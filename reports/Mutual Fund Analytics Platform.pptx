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Lst>
  <p:notesMasterIdLst>
    <p:notesMasterId r:id="rId18"/>
  </p:notesMasterIdLst>
  <p:handoutMasterIdLst>
    <p:handoutMasterId r:id="rId19"/>
  </p:handoutMasterIdLst>
  <p:sldIdLst>
    <p:sldId id="312" r:id="rId5"/>
    <p:sldId id="304" r:id="rId6"/>
    <p:sldId id="282" r:id="rId7"/>
    <p:sldId id="314" r:id="rId8"/>
    <p:sldId id="323" r:id="rId9"/>
    <p:sldId id="325" r:id="rId10"/>
    <p:sldId id="324" r:id="rId11"/>
    <p:sldId id="326" r:id="rId12"/>
    <p:sldId id="328" r:id="rId13"/>
    <p:sldId id="329" r:id="rId14"/>
    <p:sldId id="319" r:id="rId15"/>
    <p:sldId id="321" r:id="rId16"/>
    <p:sldId id="297" r:id="rId17"/>
  </p:sldIdLst>
  <p:sldSz cx="12192000" cy="6858000"/>
  <p:notesSz cx="13716000" cy="2438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2616" userDrawn="1">
          <p15:clr>
            <a:srgbClr val="A4A3A4"/>
          </p15:clr>
        </p15:guide>
        <p15:guide id="4" orient="horz" pos="3264" userDrawn="1">
          <p15:clr>
            <a:srgbClr val="A4A3A4"/>
          </p15:clr>
        </p15:guide>
        <p15:guide id="5" pos="6912" userDrawn="1">
          <p15:clr>
            <a:srgbClr val="A4A3A4"/>
          </p15:clr>
        </p15:guide>
        <p15:guide id="6" orient="horz" userDrawn="1">
          <p15:clr>
            <a:srgbClr val="A4A3A4"/>
          </p15:clr>
        </p15:guide>
        <p15:guide id="7" orient="horz" pos="4008" userDrawn="1">
          <p15:clr>
            <a:srgbClr val="A4A3A4"/>
          </p15:clr>
        </p15:guide>
        <p15:guide id="9" orient="horz" pos="2352" userDrawn="1">
          <p15:clr>
            <a:srgbClr val="A4A3A4"/>
          </p15:clr>
        </p15:guide>
        <p15:guide id="12" pos="6696" userDrawn="1">
          <p15:clr>
            <a:srgbClr val="A4A3A4"/>
          </p15:clr>
        </p15:guide>
        <p15:guide id="15" pos="2136" userDrawn="1">
          <p15:clr>
            <a:srgbClr val="A4A3A4"/>
          </p15:clr>
        </p15:guide>
        <p15:guide id="16" pos="2760" userDrawn="1">
          <p15:clr>
            <a:srgbClr val="A4A3A4"/>
          </p15:clr>
        </p15:guide>
        <p15:guide id="17" pos="3288" userDrawn="1">
          <p15:clr>
            <a:srgbClr val="A4A3A4"/>
          </p15:clr>
        </p15:guide>
        <p15:guide id="18" pos="4032" userDrawn="1">
          <p15:clr>
            <a:srgbClr val="A4A3A4"/>
          </p15:clr>
        </p15:guide>
        <p15:guide id="19" pos="4392" userDrawn="1">
          <p15:clr>
            <a:srgbClr val="A4A3A4"/>
          </p15:clr>
        </p15:guide>
        <p15:guide id="20" pos="4944" userDrawn="1">
          <p15:clr>
            <a:srgbClr val="A4A3A4"/>
          </p15:clr>
        </p15:guide>
        <p15:guide id="21" pos="5544" userDrawn="1">
          <p15:clr>
            <a:srgbClr val="A4A3A4"/>
          </p15:clr>
        </p15:guide>
        <p15:guide id="22" pos="6072" userDrawn="1">
          <p15:clr>
            <a:srgbClr val="A4A3A4"/>
          </p15:clr>
        </p15:guide>
        <p15:guide id="23" orient="horz" pos="2448" userDrawn="1">
          <p15:clr>
            <a:srgbClr val="A4A3A4"/>
          </p15:clr>
        </p15:guide>
        <p15:guide id="25" pos="5256" userDrawn="1">
          <p15:clr>
            <a:srgbClr val="A4A3A4"/>
          </p15:clr>
        </p15:guide>
        <p15:guide id="26" pos="7261"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2C8F"/>
    <a:srgbClr val="FDFBF6"/>
    <a:srgbClr val="AAC4E9"/>
    <a:srgbClr val="F5CDCE"/>
    <a:srgbClr val="DF8C8C"/>
    <a:srgbClr val="D4D593"/>
    <a:srgbClr val="E6F0FE"/>
    <a:srgbClr val="CDBE8A"/>
    <a:srgbClr val="FFEFEF"/>
    <a:srgbClr val="FCFB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5388" autoAdjust="0"/>
  </p:normalViewPr>
  <p:slideViewPr>
    <p:cSldViewPr snapToGrid="0" snapToObjects="1">
      <p:cViewPr>
        <p:scale>
          <a:sx n="66" d="100"/>
          <a:sy n="66" d="100"/>
        </p:scale>
        <p:origin x="900" y="12"/>
      </p:cViewPr>
      <p:guideLst>
        <p:guide orient="horz" pos="2616"/>
        <p:guide orient="horz" pos="3264"/>
        <p:guide pos="6912"/>
        <p:guide orient="horz"/>
        <p:guide orient="horz" pos="4008"/>
        <p:guide orient="horz" pos="2352"/>
        <p:guide pos="6696"/>
        <p:guide pos="2136"/>
        <p:guide pos="2760"/>
        <p:guide pos="3288"/>
        <p:guide pos="4032"/>
        <p:guide pos="4392"/>
        <p:guide pos="4944"/>
        <p:guide pos="5544"/>
        <p:guide pos="6072"/>
        <p:guide orient="horz" pos="2448"/>
        <p:guide pos="5256"/>
        <p:guide pos="7261"/>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25" d="100"/>
          <a:sy n="25" d="100"/>
        </p:scale>
        <p:origin x="3480"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2426ABF-A8C0-D94B-8DA4-89B3D95177FD}"/>
              </a:ext>
            </a:extLst>
          </p:cNvPr>
          <p:cNvSpPr>
            <a:spLocks noGrp="1"/>
          </p:cNvSpPr>
          <p:nvPr>
            <p:ph type="hdr" sz="quarter"/>
          </p:nvPr>
        </p:nvSpPr>
        <p:spPr>
          <a:xfrm>
            <a:off x="0" y="0"/>
            <a:ext cx="5943600" cy="1222375"/>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F73E1C36-C21F-0B70-27E7-5B59DAE27561}"/>
              </a:ext>
            </a:extLst>
          </p:cNvPr>
          <p:cNvSpPr>
            <a:spLocks noGrp="1"/>
          </p:cNvSpPr>
          <p:nvPr>
            <p:ph type="dt" sz="quarter" idx="1"/>
          </p:nvPr>
        </p:nvSpPr>
        <p:spPr>
          <a:xfrm>
            <a:off x="7769225" y="0"/>
            <a:ext cx="5943600" cy="1222375"/>
          </a:xfrm>
          <a:prstGeom prst="rect">
            <a:avLst/>
          </a:prstGeom>
        </p:spPr>
        <p:txBody>
          <a:bodyPr vert="horz" lIns="91440" tIns="45720" rIns="91440" bIns="45720" rtlCol="0"/>
          <a:lstStyle>
            <a:lvl1pPr algn="r">
              <a:defRPr sz="1200"/>
            </a:lvl1pPr>
          </a:lstStyle>
          <a:p>
            <a:fld id="{AA970FB6-164E-0840-A35B-09E9F3D45F76}" type="datetimeyyyy">
              <a:rPr lang="en-US" smtClean="0"/>
              <a:t>2026</a:t>
            </a:fld>
            <a:endParaRPr lang="en-US" dirty="0"/>
          </a:p>
        </p:txBody>
      </p:sp>
      <p:sp>
        <p:nvSpPr>
          <p:cNvPr id="4" name="Footer Placeholder 3">
            <a:extLst>
              <a:ext uri="{FF2B5EF4-FFF2-40B4-BE49-F238E27FC236}">
                <a16:creationId xmlns:a16="http://schemas.microsoft.com/office/drawing/2014/main" id="{E5942066-244B-8673-5E9A-26E4265AD0B2}"/>
              </a:ext>
            </a:extLst>
          </p:cNvPr>
          <p:cNvSpPr>
            <a:spLocks noGrp="1"/>
          </p:cNvSpPr>
          <p:nvPr>
            <p:ph type="ftr" sz="quarter" idx="2"/>
          </p:nvPr>
        </p:nvSpPr>
        <p:spPr>
          <a:xfrm>
            <a:off x="0" y="23161625"/>
            <a:ext cx="5943600" cy="1222375"/>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2530EE97-1F54-6631-A4BB-FD938296488E}"/>
              </a:ext>
            </a:extLst>
          </p:cNvPr>
          <p:cNvSpPr>
            <a:spLocks noGrp="1"/>
          </p:cNvSpPr>
          <p:nvPr>
            <p:ph type="sldNum" sz="quarter" idx="3"/>
          </p:nvPr>
        </p:nvSpPr>
        <p:spPr>
          <a:xfrm>
            <a:off x="7769225" y="23161625"/>
            <a:ext cx="5943600" cy="1222375"/>
          </a:xfrm>
          <a:prstGeom prst="rect">
            <a:avLst/>
          </a:prstGeom>
        </p:spPr>
        <p:txBody>
          <a:bodyPr vert="horz" lIns="91440" tIns="45720" rIns="91440" bIns="45720" rtlCol="0" anchor="b"/>
          <a:lstStyle>
            <a:lvl1pPr algn="r">
              <a:defRPr sz="1200"/>
            </a:lvl1pPr>
          </a:lstStyle>
          <a:p>
            <a:fld id="{420BD0AB-C59E-4A46-83D3-F07787446BA0}" type="slidenum">
              <a:rPr lang="en-US" smtClean="0"/>
              <a:t>‹#›</a:t>
            </a:fld>
            <a:endParaRPr lang="en-US" dirty="0"/>
          </a:p>
        </p:txBody>
      </p:sp>
    </p:spTree>
    <p:extLst>
      <p:ext uri="{BB962C8B-B14F-4D97-AF65-F5344CB8AC3E}">
        <p14:creationId xmlns:p14="http://schemas.microsoft.com/office/powerpoint/2010/main" val="4133783596"/>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866786"/>
      </p:ext>
    </p:extLst>
  </p:cSld>
  <p:clrMap bg1="lt1" tx1="dk1" bg2="lt2" tx2="dk2" accent1="accent1" accent2="accent2" accent3="accent3" accent4="accent4" accent5="accent5" accent6="accent6" hlink="hlink" folHlink="folHlink"/>
  <p:hf hdr="0" ftr="0"/>
  <p:notesStyle>
    <a:lvl1pPr marL="0" algn="l" defTabSz="457200" rtl="0" eaLnBrk="1" latinLnBrk="0" hangingPunct="1">
      <a:defRPr sz="600" kern="1200">
        <a:solidFill>
          <a:schemeClr val="tx1"/>
        </a:solidFill>
        <a:latin typeface="+mn-lt"/>
        <a:ea typeface="+mn-ea"/>
        <a:cs typeface="+mn-cs"/>
      </a:defRPr>
    </a:lvl1pPr>
    <a:lvl2pPr marL="228600" algn="l" defTabSz="457200" rtl="0" eaLnBrk="1" latinLnBrk="0" hangingPunct="1">
      <a:defRPr sz="600" kern="1200">
        <a:solidFill>
          <a:schemeClr val="tx1"/>
        </a:solidFill>
        <a:latin typeface="+mn-lt"/>
        <a:ea typeface="+mn-ea"/>
        <a:cs typeface="+mn-cs"/>
      </a:defRPr>
    </a:lvl2pPr>
    <a:lvl3pPr marL="457200" algn="l" defTabSz="457200" rtl="0" eaLnBrk="1" latinLnBrk="0" hangingPunct="1">
      <a:defRPr sz="600" kern="1200">
        <a:solidFill>
          <a:schemeClr val="tx1"/>
        </a:solidFill>
        <a:latin typeface="+mn-lt"/>
        <a:ea typeface="+mn-ea"/>
        <a:cs typeface="+mn-cs"/>
      </a:defRPr>
    </a:lvl3pPr>
    <a:lvl4pPr marL="685800" algn="l" defTabSz="457200" rtl="0" eaLnBrk="1" latinLnBrk="0" hangingPunct="1">
      <a:defRPr sz="600" kern="1200">
        <a:solidFill>
          <a:schemeClr val="tx1"/>
        </a:solidFill>
        <a:latin typeface="+mn-lt"/>
        <a:ea typeface="+mn-ea"/>
        <a:cs typeface="+mn-cs"/>
      </a:defRPr>
    </a:lvl4pPr>
    <a:lvl5pPr marL="914400" algn="l" defTabSz="457200" rtl="0" eaLnBrk="1" latinLnBrk="0" hangingPunct="1">
      <a:defRPr sz="600" kern="1200">
        <a:solidFill>
          <a:schemeClr val="tx1"/>
        </a:solidFill>
        <a:latin typeface="+mn-lt"/>
        <a:ea typeface="+mn-ea"/>
        <a:cs typeface="+mn-cs"/>
      </a:defRPr>
    </a:lvl5pPr>
    <a:lvl6pPr marL="1143000" algn="l" defTabSz="457200" rtl="0" eaLnBrk="1" latinLnBrk="0" hangingPunct="1">
      <a:defRPr sz="600" kern="1200">
        <a:solidFill>
          <a:schemeClr val="tx1"/>
        </a:solidFill>
        <a:latin typeface="+mn-lt"/>
        <a:ea typeface="+mn-ea"/>
        <a:cs typeface="+mn-cs"/>
      </a:defRPr>
    </a:lvl6pPr>
    <a:lvl7pPr marL="1371600" algn="l" defTabSz="457200" rtl="0" eaLnBrk="1" latinLnBrk="0" hangingPunct="1">
      <a:defRPr sz="600" kern="1200">
        <a:solidFill>
          <a:schemeClr val="tx1"/>
        </a:solidFill>
        <a:latin typeface="+mn-lt"/>
        <a:ea typeface="+mn-ea"/>
        <a:cs typeface="+mn-cs"/>
      </a:defRPr>
    </a:lvl7pPr>
    <a:lvl8pPr marL="1600200" algn="l" defTabSz="457200" rtl="0" eaLnBrk="1" latinLnBrk="0" hangingPunct="1">
      <a:defRPr sz="600" kern="1200">
        <a:solidFill>
          <a:schemeClr val="tx1"/>
        </a:solidFill>
        <a:latin typeface="+mn-lt"/>
        <a:ea typeface="+mn-ea"/>
        <a:cs typeface="+mn-cs"/>
      </a:defRPr>
    </a:lvl8pPr>
    <a:lvl9pPr marL="1828800" algn="l" defTabSz="457200" rtl="0" eaLnBrk="1" latinLnBrk="0" hangingPunct="1">
      <a:defRPr sz="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997654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5877361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0193977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876670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41101387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0476683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9313074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15" name="Image 0">
            <a:extLst>
              <a:ext uri="{FF2B5EF4-FFF2-40B4-BE49-F238E27FC236}">
                <a16:creationId xmlns:a16="http://schemas.microsoft.com/office/drawing/2014/main" id="{BA5D5A72-CB6F-F8DE-E2C9-90459C8C3DC1}"/>
              </a:ext>
              <a:ext uri="{C183D7F6-B498-43B3-948B-1728B52AA6E4}">
                <adec:decorative xmlns:adec="http://schemas.microsoft.com/office/drawing/2017/decorative" val="1"/>
              </a:ext>
            </a:extLst>
          </p:cNvPr>
          <p:cNvSpPr/>
          <p:nvPr/>
        </p:nvSpPr>
        <p:spPr>
          <a:xfrm>
            <a:off x="0" y="0"/>
            <a:ext cx="5295900" cy="6877050"/>
          </a:xfrm>
          <a:custGeom>
            <a:avLst/>
            <a:gdLst>
              <a:gd name="connsiteX0" fmla="*/ 0 w 5295900"/>
              <a:gd name="connsiteY0" fmla="*/ 0 h 6877050"/>
              <a:gd name="connsiteX1" fmla="*/ 5295900 w 5295900"/>
              <a:gd name="connsiteY1" fmla="*/ 0 h 6877050"/>
              <a:gd name="connsiteX2" fmla="*/ 5295900 w 5295900"/>
              <a:gd name="connsiteY2" fmla="*/ 6877050 h 6877050"/>
              <a:gd name="connsiteX3" fmla="*/ 0 w 5295900"/>
              <a:gd name="connsiteY3" fmla="*/ 6877050 h 6877050"/>
            </a:gdLst>
            <a:ahLst/>
            <a:cxnLst>
              <a:cxn ang="0">
                <a:pos x="connsiteX0" y="connsiteY0"/>
              </a:cxn>
              <a:cxn ang="0">
                <a:pos x="connsiteX1" y="connsiteY1"/>
              </a:cxn>
              <a:cxn ang="0">
                <a:pos x="connsiteX2" y="connsiteY2"/>
              </a:cxn>
              <a:cxn ang="0">
                <a:pos x="connsiteX3" y="connsiteY3"/>
              </a:cxn>
            </a:cxnLst>
            <a:rect l="l" t="t" r="r" b="b"/>
            <a:pathLst>
              <a:path w="5295900" h="6877050">
                <a:moveTo>
                  <a:pt x="0" y="0"/>
                </a:moveTo>
                <a:lnTo>
                  <a:pt x="5295900" y="0"/>
                </a:lnTo>
                <a:lnTo>
                  <a:pt x="5295900" y="6877050"/>
                </a:lnTo>
                <a:lnTo>
                  <a:pt x="0" y="6877050"/>
                </a:lnTo>
                <a:close/>
              </a:path>
            </a:pathLst>
          </a:custGeom>
          <a:solidFill>
            <a:schemeClr val="accent3"/>
          </a:solidFill>
          <a:ln w="4763" cap="flat">
            <a:noFill/>
            <a:prstDash val="solid"/>
            <a:miter/>
          </a:ln>
        </p:spPr>
        <p:txBody>
          <a:bodyPr rtlCol="0" anchor="ctr">
            <a:noAutofit/>
          </a:bodyPr>
          <a:lstStyle/>
          <a:p>
            <a:endParaRPr lang="en-US" dirty="0"/>
          </a:p>
        </p:txBody>
      </p:sp>
      <p:sp>
        <p:nvSpPr>
          <p:cNvPr id="20" name="Freeform: Shape 19">
            <a:extLst>
              <a:ext uri="{FF2B5EF4-FFF2-40B4-BE49-F238E27FC236}">
                <a16:creationId xmlns:a16="http://schemas.microsoft.com/office/drawing/2014/main" id="{E66FD7FF-2869-7902-36B2-2B229AB9AB19}"/>
              </a:ext>
              <a:ext uri="{C183D7F6-B498-43B3-948B-1728B52AA6E4}">
                <adec:decorative xmlns:adec="http://schemas.microsoft.com/office/drawing/2017/decorative" val="1"/>
              </a:ext>
            </a:extLst>
          </p:cNvPr>
          <p:cNvSpPr/>
          <p:nvPr userDrawn="1"/>
        </p:nvSpPr>
        <p:spPr>
          <a:xfrm>
            <a:off x="1500188" y="1173106"/>
            <a:ext cx="9191625" cy="5704772"/>
          </a:xfrm>
          <a:custGeom>
            <a:avLst/>
            <a:gdLst>
              <a:gd name="connsiteX0" fmla="*/ 4595813 w 9191625"/>
              <a:gd name="connsiteY0" fmla="*/ 0 h 5704772"/>
              <a:gd name="connsiteX1" fmla="*/ 9191625 w 9191625"/>
              <a:gd name="connsiteY1" fmla="*/ 4592108 h 5704772"/>
              <a:gd name="connsiteX2" fmla="*/ 9191625 w 9191625"/>
              <a:gd name="connsiteY2" fmla="*/ 5704772 h 5704772"/>
              <a:gd name="connsiteX3" fmla="*/ 0 w 9191625"/>
              <a:gd name="connsiteY3" fmla="*/ 5704772 h 5704772"/>
              <a:gd name="connsiteX4" fmla="*/ 0 w 9191625"/>
              <a:gd name="connsiteY4" fmla="*/ 4592108 h 5704772"/>
              <a:gd name="connsiteX5" fmla="*/ 4595813 w 9191625"/>
              <a:gd name="connsiteY5" fmla="*/ 0 h 570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91625" h="5704772">
                <a:moveTo>
                  <a:pt x="4595813" y="0"/>
                </a:moveTo>
                <a:cubicBezTo>
                  <a:pt x="7133987" y="0"/>
                  <a:pt x="9191625" y="2055957"/>
                  <a:pt x="9191625" y="4592108"/>
                </a:cubicBezTo>
                <a:lnTo>
                  <a:pt x="9191625" y="5704772"/>
                </a:lnTo>
                <a:lnTo>
                  <a:pt x="0" y="5704772"/>
                </a:lnTo>
                <a:lnTo>
                  <a:pt x="0" y="4592108"/>
                </a:lnTo>
                <a:cubicBezTo>
                  <a:pt x="0" y="2055957"/>
                  <a:pt x="2057614" y="0"/>
                  <a:pt x="4595813" y="0"/>
                </a:cubicBezTo>
                <a:close/>
              </a:path>
            </a:pathLst>
          </a:custGeom>
          <a:solidFill>
            <a:schemeClr val="accent6"/>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B1457C88-4472-81CF-02AF-4421E0A3084B}"/>
              </a:ext>
              <a:ext uri="{C183D7F6-B498-43B3-948B-1728B52AA6E4}">
                <adec:decorative xmlns:adec="http://schemas.microsoft.com/office/drawing/2017/decorative" val="1"/>
              </a:ext>
            </a:extLst>
          </p:cNvPr>
          <p:cNvSpPr/>
          <p:nvPr userDrawn="1"/>
        </p:nvSpPr>
        <p:spPr>
          <a:xfrm>
            <a:off x="2694429" y="0"/>
            <a:ext cx="6803142" cy="5396474"/>
          </a:xfrm>
          <a:custGeom>
            <a:avLst/>
            <a:gdLst>
              <a:gd name="connsiteX0" fmla="*/ 0 w 6803142"/>
              <a:gd name="connsiteY0" fmla="*/ 0 h 5396474"/>
              <a:gd name="connsiteX1" fmla="*/ 6803142 w 6803142"/>
              <a:gd name="connsiteY1" fmla="*/ 0 h 5396474"/>
              <a:gd name="connsiteX2" fmla="*/ 6803142 w 6803142"/>
              <a:gd name="connsiteY2" fmla="*/ 1997094 h 5396474"/>
              <a:gd name="connsiteX3" fmla="*/ 3401576 w 6803142"/>
              <a:gd name="connsiteY3" fmla="*/ 5396474 h 5396474"/>
              <a:gd name="connsiteX4" fmla="*/ 0 w 6803142"/>
              <a:gd name="connsiteY4" fmla="*/ 1997094 h 539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03142" h="5396474">
                <a:moveTo>
                  <a:pt x="0" y="0"/>
                </a:moveTo>
                <a:lnTo>
                  <a:pt x="6803142" y="0"/>
                </a:lnTo>
                <a:lnTo>
                  <a:pt x="6803142" y="1997094"/>
                </a:lnTo>
                <a:cubicBezTo>
                  <a:pt x="6803142" y="3874511"/>
                  <a:pt x="5280228" y="5396474"/>
                  <a:pt x="3401576" y="5396474"/>
                </a:cubicBezTo>
                <a:cubicBezTo>
                  <a:pt x="1522938" y="5396474"/>
                  <a:pt x="0" y="3874511"/>
                  <a:pt x="0" y="1997094"/>
                </a:cubicBezTo>
                <a:close/>
              </a:path>
            </a:pathLst>
          </a:custGeom>
          <a:solidFill>
            <a:schemeClr val="bg1">
              <a:alpha val="99000"/>
            </a:schemeClr>
          </a:solidFill>
          <a:ln w="47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ctrTitle" hasCustomPrompt="1"/>
          </p:nvPr>
        </p:nvSpPr>
        <p:spPr>
          <a:xfrm>
            <a:off x="2899790" y="810227"/>
            <a:ext cx="6392421" cy="3831221"/>
          </a:xfrm>
        </p:spPr>
        <p:txBody>
          <a:bodyPr tIns="0" bIns="0" anchor="ctr" anchorCtr="0">
            <a:noAutofit/>
          </a:bodyPr>
          <a:lstStyle>
            <a:lvl1pPr algn="ctr">
              <a:lnSpc>
                <a:spcPct val="100000"/>
              </a:lnSpc>
              <a:defRPr sz="3600"/>
            </a:lvl1pPr>
          </a:lstStyle>
          <a:p>
            <a:r>
              <a:rPr lang="en-US" dirty="0"/>
              <a:t>Click to add title</a:t>
            </a:r>
          </a:p>
        </p:txBody>
      </p:sp>
    </p:spTree>
    <p:extLst>
      <p:ext uri="{BB962C8B-B14F-4D97-AF65-F5344CB8AC3E}">
        <p14:creationId xmlns:p14="http://schemas.microsoft.com/office/powerpoint/2010/main" val="263179980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5923D9E-9381-3D11-B31A-1BF5C97F35B0}"/>
              </a:ext>
              <a:ext uri="{C183D7F6-B498-43B3-948B-1728B52AA6E4}">
                <adec:decorative xmlns:adec="http://schemas.microsoft.com/office/drawing/2017/decorative" val="1"/>
              </a:ext>
            </a:extLst>
          </p:cNvPr>
          <p:cNvGrpSpPr/>
          <p:nvPr userDrawn="1"/>
        </p:nvGrpSpPr>
        <p:grpSpPr>
          <a:xfrm>
            <a:off x="6452303" y="3405019"/>
            <a:ext cx="5739697" cy="3467971"/>
            <a:chOff x="5009037" y="2525712"/>
            <a:chExt cx="7170193" cy="4332288"/>
          </a:xfrm>
        </p:grpSpPr>
        <p:sp>
          <p:nvSpPr>
            <p:cNvPr id="7" name="Freeform 7">
              <a:extLst>
                <a:ext uri="{FF2B5EF4-FFF2-40B4-BE49-F238E27FC236}">
                  <a16:creationId xmlns:a16="http://schemas.microsoft.com/office/drawing/2014/main" id="{89E777D0-3240-08CE-6B6C-B33B910B8490}"/>
                </a:ext>
              </a:extLst>
            </p:cNvPr>
            <p:cNvSpPr>
              <a:spLocks/>
            </p:cNvSpPr>
            <p:nvPr/>
          </p:nvSpPr>
          <p:spPr bwMode="auto">
            <a:xfrm>
              <a:off x="5009037" y="25257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8" name="Freeform 6">
              <a:extLst>
                <a:ext uri="{FF2B5EF4-FFF2-40B4-BE49-F238E27FC236}">
                  <a16:creationId xmlns:a16="http://schemas.microsoft.com/office/drawing/2014/main" id="{EFEA81A2-6893-518C-6AF3-37C987789C86}"/>
                </a:ext>
              </a:extLst>
            </p:cNvPr>
            <p:cNvSpPr>
              <a:spLocks/>
            </p:cNvSpPr>
            <p:nvPr/>
          </p:nvSpPr>
          <p:spPr bwMode="auto">
            <a:xfrm>
              <a:off x="8589536" y="2525712"/>
              <a:ext cx="3589694"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grpSp>
        <p:nvGrpSpPr>
          <p:cNvPr id="9" name="Group 8">
            <a:extLst>
              <a:ext uri="{FF2B5EF4-FFF2-40B4-BE49-F238E27FC236}">
                <a16:creationId xmlns:a16="http://schemas.microsoft.com/office/drawing/2014/main" id="{0F297964-0B81-31DC-6D6D-1414832238B1}"/>
              </a:ext>
              <a:ext uri="{C183D7F6-B498-43B3-948B-1728B52AA6E4}">
                <adec:decorative xmlns:adec="http://schemas.microsoft.com/office/drawing/2017/decorative" val="1"/>
              </a:ext>
            </a:extLst>
          </p:cNvPr>
          <p:cNvGrpSpPr/>
          <p:nvPr userDrawn="1"/>
        </p:nvGrpSpPr>
        <p:grpSpPr>
          <a:xfrm flipH="1" flipV="1">
            <a:off x="6465610" y="0"/>
            <a:ext cx="5739697" cy="3467971"/>
            <a:chOff x="5183405" y="2678112"/>
            <a:chExt cx="7170193" cy="4332288"/>
          </a:xfrm>
        </p:grpSpPr>
        <p:sp>
          <p:nvSpPr>
            <p:cNvPr id="10" name="Freeform 7">
              <a:extLst>
                <a:ext uri="{FF2B5EF4-FFF2-40B4-BE49-F238E27FC236}">
                  <a16:creationId xmlns:a16="http://schemas.microsoft.com/office/drawing/2014/main" id="{CE4FDB43-7466-4B74-330E-836DA9504C90}"/>
                </a:ext>
              </a:extLst>
            </p:cNvPr>
            <p:cNvSpPr>
              <a:spLocks/>
            </p:cNvSpPr>
            <p:nvPr/>
          </p:nvSpPr>
          <p:spPr bwMode="auto">
            <a:xfrm>
              <a:off x="5183405" y="26781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4"/>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11" name="Freeform 6">
              <a:extLst>
                <a:ext uri="{FF2B5EF4-FFF2-40B4-BE49-F238E27FC236}">
                  <a16:creationId xmlns:a16="http://schemas.microsoft.com/office/drawing/2014/main" id="{2EA39DB9-F1B4-F4E9-CF4D-717B0CD747DA}"/>
                </a:ext>
              </a:extLst>
            </p:cNvPr>
            <p:cNvSpPr>
              <a:spLocks/>
            </p:cNvSpPr>
            <p:nvPr/>
          </p:nvSpPr>
          <p:spPr bwMode="auto">
            <a:xfrm>
              <a:off x="8763903" y="2678112"/>
              <a:ext cx="3589695"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sp>
        <p:nvSpPr>
          <p:cNvPr id="14" name="Image 2">
            <a:extLst>
              <a:ext uri="{FF2B5EF4-FFF2-40B4-BE49-F238E27FC236}">
                <a16:creationId xmlns:a16="http://schemas.microsoft.com/office/drawing/2014/main" id="{EFFAEAD9-58A9-096B-C6D0-58F7AD08EB20}"/>
              </a:ext>
              <a:ext uri="{C183D7F6-B498-43B3-948B-1728B52AA6E4}">
                <adec:decorative xmlns:adec="http://schemas.microsoft.com/office/drawing/2017/decorative" val="1"/>
              </a:ext>
            </a:extLst>
          </p:cNvPr>
          <p:cNvSpPr/>
          <p:nvPr/>
        </p:nvSpPr>
        <p:spPr>
          <a:xfrm>
            <a:off x="7642518" y="4577658"/>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noAutofit/>
          </a:bodyPr>
          <a:lstStyle/>
          <a:p>
            <a:endParaRPr lang="en-US" dirty="0"/>
          </a:p>
        </p:txBody>
      </p:sp>
      <p:sp>
        <p:nvSpPr>
          <p:cNvPr id="2" name="Title 1">
            <a:extLst>
              <a:ext uri="{FF2B5EF4-FFF2-40B4-BE49-F238E27FC236}">
                <a16:creationId xmlns:a16="http://schemas.microsoft.com/office/drawing/2014/main" id="{9A1CFBBA-B680-A6A7-3C4B-5FEAC4253283}"/>
              </a:ext>
            </a:extLst>
          </p:cNvPr>
          <p:cNvSpPr>
            <a:spLocks noGrp="1"/>
          </p:cNvSpPr>
          <p:nvPr>
            <p:ph type="title" hasCustomPrompt="1"/>
          </p:nvPr>
        </p:nvSpPr>
        <p:spPr>
          <a:xfrm>
            <a:off x="914400" y="1057274"/>
            <a:ext cx="6583680" cy="1531357"/>
          </a:xfrm>
        </p:spPr>
        <p:txBody>
          <a:bodyPr tIns="0" bIns="0">
            <a:noAutofit/>
          </a:bodyPr>
          <a:lstStyle>
            <a:lvl1pPr algn="l">
              <a:lnSpc>
                <a:spcPct val="100000"/>
              </a:lnSpc>
              <a:defRPr sz="3600"/>
            </a:lvl1pPr>
          </a:lstStyle>
          <a:p>
            <a:r>
              <a:rPr lang="en-US" dirty="0"/>
              <a:t>Click to add title</a:t>
            </a:r>
          </a:p>
        </p:txBody>
      </p:sp>
      <p:sp>
        <p:nvSpPr>
          <p:cNvPr id="13" name="Content Placeholder 2">
            <a:extLst>
              <a:ext uri="{FF2B5EF4-FFF2-40B4-BE49-F238E27FC236}">
                <a16:creationId xmlns:a16="http://schemas.microsoft.com/office/drawing/2014/main" id="{72386C43-DD10-E892-08AD-D6F4AE9617DD}"/>
              </a:ext>
            </a:extLst>
          </p:cNvPr>
          <p:cNvSpPr>
            <a:spLocks noGrp="1"/>
          </p:cNvSpPr>
          <p:nvPr>
            <p:ph idx="1" hasCustomPrompt="1"/>
          </p:nvPr>
        </p:nvSpPr>
        <p:spPr>
          <a:xfrm>
            <a:off x="914400" y="2834640"/>
            <a:ext cx="6583680" cy="3207344"/>
          </a:xfrm>
        </p:spPr>
        <p:txBody>
          <a:bodyPr lIns="91440" tIns="0" rIns="91440" bIns="0">
            <a:normAutofit/>
          </a:bodyPr>
          <a:lstStyle>
            <a:lvl1pPr marL="0" indent="0">
              <a:lnSpc>
                <a:spcPct val="150000"/>
              </a:lnSpc>
              <a:spcBef>
                <a:spcPts val="0"/>
              </a:spcBef>
              <a:buNone/>
              <a:defRPr sz="2400"/>
            </a:lvl1pPr>
            <a:lvl2pPr marL="347472">
              <a:lnSpc>
                <a:spcPct val="150000"/>
              </a:lnSpc>
              <a:spcBef>
                <a:spcPts val="0"/>
              </a:spcBef>
              <a:defRPr sz="2000"/>
            </a:lvl2pPr>
            <a:lvl3pPr marL="685800">
              <a:lnSpc>
                <a:spcPct val="150000"/>
              </a:lnSpc>
              <a:spcBef>
                <a:spcPts val="0"/>
              </a:spcBef>
              <a:defRPr sz="1800"/>
            </a:lvl3pPr>
          </a:lstStyle>
          <a:p>
            <a:pPr lvl="0"/>
            <a:r>
              <a:rPr lang="en-US" dirty="0"/>
              <a:t>Click to add text</a:t>
            </a:r>
          </a:p>
          <a:p>
            <a:pPr lvl="1"/>
            <a:r>
              <a:rPr lang="en-US" dirty="0"/>
              <a:t>Second level</a:t>
            </a:r>
          </a:p>
          <a:p>
            <a:pPr lvl="2"/>
            <a:r>
              <a:rPr lang="en-US" dirty="0"/>
              <a:t>Third level</a:t>
            </a:r>
          </a:p>
        </p:txBody>
      </p:sp>
      <p:sp>
        <p:nvSpPr>
          <p:cNvPr id="3" name="Slide Number Placeholder 2">
            <a:extLst>
              <a:ext uri="{FF2B5EF4-FFF2-40B4-BE49-F238E27FC236}">
                <a16:creationId xmlns:a16="http://schemas.microsoft.com/office/drawing/2014/main" id="{71114D1E-7749-DD58-8782-318E4F679DE0}"/>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333964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537D12D-0FCA-3396-988D-452D3D526E3D}"/>
              </a:ext>
              <a:ext uri="{C183D7F6-B498-43B3-948B-1728B52AA6E4}">
                <adec:decorative xmlns:adec="http://schemas.microsoft.com/office/drawing/2017/decorative" val="1"/>
              </a:ext>
            </a:extLst>
          </p:cNvPr>
          <p:cNvSpPr/>
          <p:nvPr userDrawn="1"/>
        </p:nvSpPr>
        <p:spPr>
          <a:xfrm>
            <a:off x="-24064" y="3390900"/>
            <a:ext cx="12216063" cy="34671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6" name="Rectangle 5">
            <a:extLst>
              <a:ext uri="{FF2B5EF4-FFF2-40B4-BE49-F238E27FC236}">
                <a16:creationId xmlns:a16="http://schemas.microsoft.com/office/drawing/2014/main" id="{11710CE8-8A83-C0D3-623E-AFCC6C6A2930}"/>
              </a:ext>
              <a:ext uri="{C183D7F6-B498-43B3-948B-1728B52AA6E4}">
                <adec:decorative xmlns:adec="http://schemas.microsoft.com/office/drawing/2017/decorative" val="1"/>
              </a:ext>
            </a:extLst>
          </p:cNvPr>
          <p:cNvSpPr/>
          <p:nvPr userDrawn="1"/>
        </p:nvSpPr>
        <p:spPr>
          <a:xfrm>
            <a:off x="443346" y="332509"/>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p:nvGrpSpPr>
          <p:cNvPr id="18" name="Group 17">
            <a:extLst>
              <a:ext uri="{FF2B5EF4-FFF2-40B4-BE49-F238E27FC236}">
                <a16:creationId xmlns:a16="http://schemas.microsoft.com/office/drawing/2014/main" id="{7AA66C80-37C3-6D28-7564-733A30B2CD8D}"/>
              </a:ext>
              <a:ext uri="{C183D7F6-B498-43B3-948B-1728B52AA6E4}">
                <adec:decorative xmlns:adec="http://schemas.microsoft.com/office/drawing/2017/decorative" val="1"/>
              </a:ext>
            </a:extLst>
          </p:cNvPr>
          <p:cNvGrpSpPr/>
          <p:nvPr userDrawn="1"/>
        </p:nvGrpSpPr>
        <p:grpSpPr>
          <a:xfrm flipH="1">
            <a:off x="9353550" y="0"/>
            <a:ext cx="2838450" cy="2857958"/>
            <a:chOff x="0" y="0"/>
            <a:chExt cx="2838450" cy="2857958"/>
          </a:xfrm>
        </p:grpSpPr>
        <p:sp>
          <p:nvSpPr>
            <p:cNvPr id="12" name="Freeform: Shape 28">
              <a:extLst>
                <a:ext uri="{FF2B5EF4-FFF2-40B4-BE49-F238E27FC236}">
                  <a16:creationId xmlns:a16="http://schemas.microsoft.com/office/drawing/2014/main" id="{D9DB7C23-E0CF-A75F-BFFD-4E7679AF4AD5}"/>
                </a:ext>
                <a:ext uri="{C183D7F6-B498-43B3-948B-1728B52AA6E4}">
                  <adec:decorative xmlns:adec="http://schemas.microsoft.com/office/drawing/2017/decorative" val="1"/>
                </a:ext>
              </a:extLst>
            </p:cNvPr>
            <p:cNvSpPr/>
            <p:nvPr userDrawn="1"/>
          </p:nvSpPr>
          <p:spPr>
            <a:xfrm>
              <a:off x="0" y="0"/>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5" name="Freeform: Shape 15">
              <a:extLst>
                <a:ext uri="{FF2B5EF4-FFF2-40B4-BE49-F238E27FC236}">
                  <a16:creationId xmlns:a16="http://schemas.microsoft.com/office/drawing/2014/main" id="{4D62A0CC-A0CE-403A-A167-27225B2C6083}"/>
                </a:ext>
                <a:ext uri="{C183D7F6-B498-43B3-948B-1728B52AA6E4}">
                  <adec:decorative xmlns:adec="http://schemas.microsoft.com/office/drawing/2017/decorative" val="1"/>
                </a:ext>
              </a:extLst>
            </p:cNvPr>
            <p:cNvSpPr/>
            <p:nvPr userDrawn="1"/>
          </p:nvSpPr>
          <p:spPr>
            <a:xfrm>
              <a:off x="1" y="1"/>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Image 2">
              <a:extLst>
                <a:ext uri="{FF2B5EF4-FFF2-40B4-BE49-F238E27FC236}">
                  <a16:creationId xmlns:a16="http://schemas.microsoft.com/office/drawing/2014/main" id="{F8AD83DA-A293-6D56-F606-7C98C403A3F7}"/>
                </a:ext>
                <a:ext uri="{C183D7F6-B498-43B3-948B-1728B52AA6E4}">
                  <adec:decorative xmlns:adec="http://schemas.microsoft.com/office/drawing/2017/decorative" val="1"/>
                </a:ext>
              </a:extLst>
            </p:cNvPr>
            <p:cNvSpPr/>
            <p:nvPr userDrawn="1"/>
          </p:nvSpPr>
          <p:spPr>
            <a:xfrm>
              <a:off x="1458332" y="590133"/>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2" name="Title 1"/>
          <p:cNvSpPr>
            <a:spLocks noGrp="1"/>
          </p:cNvSpPr>
          <p:nvPr userDrawn="1">
            <p:ph type="title" hasCustomPrompt="1"/>
          </p:nvPr>
        </p:nvSpPr>
        <p:spPr>
          <a:xfrm>
            <a:off x="5702441" y="1061623"/>
            <a:ext cx="5723586" cy="4739104"/>
          </a:xfrm>
        </p:spPr>
        <p:txBody>
          <a:bodyPr tIns="0" bIns="0" anchor="ctr">
            <a:noAutofit/>
          </a:bodyPr>
          <a:lstStyle>
            <a:lvl1pPr algn="l">
              <a:lnSpc>
                <a:spcPct val="100000"/>
              </a:lnSpc>
              <a:defRPr sz="3600" b="1"/>
            </a:lvl1pPr>
          </a:lstStyle>
          <a:p>
            <a:r>
              <a:rPr lang="en-US" dirty="0"/>
              <a:t>Click to add title</a:t>
            </a:r>
          </a:p>
        </p:txBody>
      </p:sp>
      <p:sp>
        <p:nvSpPr>
          <p:cNvPr id="8" name="Picture Placeholder 7">
            <a:extLst>
              <a:ext uri="{FF2B5EF4-FFF2-40B4-BE49-F238E27FC236}">
                <a16:creationId xmlns:a16="http://schemas.microsoft.com/office/drawing/2014/main" id="{E979AC40-7C15-9431-5B1A-415655A7FC05}"/>
              </a:ext>
            </a:extLst>
          </p:cNvPr>
          <p:cNvSpPr>
            <a:spLocks noGrp="1"/>
          </p:cNvSpPr>
          <p:nvPr>
            <p:ph type="pic" sz="quarter" idx="11" hasCustomPrompt="1"/>
          </p:nvPr>
        </p:nvSpPr>
        <p:spPr>
          <a:xfrm>
            <a:off x="443345" y="0"/>
            <a:ext cx="4344695" cy="6359525"/>
          </a:xfrm>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433189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86F8B46B-EF6E-BC12-09E2-0F3B779197B4}"/>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22" name="Rectangle 21">
            <a:extLst>
              <a:ext uri="{FF2B5EF4-FFF2-40B4-BE49-F238E27FC236}">
                <a16:creationId xmlns:a16="http://schemas.microsoft.com/office/drawing/2014/main" id="{5D7B4F11-E150-473B-98F5-6E6AC9646863}"/>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36" name="Freeform 35">
            <a:extLst>
              <a:ext uri="{FF2B5EF4-FFF2-40B4-BE49-F238E27FC236}">
                <a16:creationId xmlns:a16="http://schemas.microsoft.com/office/drawing/2014/main" id="{A8E2FA61-C047-21BB-AA50-F84AD7685498}"/>
              </a:ext>
              <a:ext uri="{C183D7F6-B498-43B3-948B-1728B52AA6E4}">
                <adec:decorative xmlns:adec="http://schemas.microsoft.com/office/drawing/2017/decorative" val="1"/>
              </a:ext>
            </a:extLst>
          </p:cNvPr>
          <p:cNvSpPr/>
          <p:nvPr userDrawn="1"/>
        </p:nvSpPr>
        <p:spPr>
          <a:xfrm rot="16200000">
            <a:off x="5760023" y="3764463"/>
            <a:ext cx="2812357" cy="3394143"/>
          </a:xfrm>
          <a:custGeom>
            <a:avLst/>
            <a:gdLst>
              <a:gd name="connsiteX0" fmla="*/ 0 w 2812357"/>
              <a:gd name="connsiteY0" fmla="*/ 0 h 3394143"/>
              <a:gd name="connsiteX1" fmla="*/ 2812357 w 2812357"/>
              <a:gd name="connsiteY1" fmla="*/ 3394143 h 3394143"/>
              <a:gd name="connsiteX2" fmla="*/ 0 w 2812357"/>
              <a:gd name="connsiteY2" fmla="*/ 3394143 h 3394143"/>
            </a:gdLst>
            <a:ahLst/>
            <a:cxnLst>
              <a:cxn ang="0">
                <a:pos x="connsiteX0" y="connsiteY0"/>
              </a:cxn>
              <a:cxn ang="0">
                <a:pos x="connsiteX1" y="connsiteY1"/>
              </a:cxn>
              <a:cxn ang="0">
                <a:pos x="connsiteX2" y="connsiteY2"/>
              </a:cxn>
            </a:cxnLst>
            <a:rect l="l" t="t" r="r" b="b"/>
            <a:pathLst>
              <a:path w="2812357" h="3394143">
                <a:moveTo>
                  <a:pt x="0" y="0"/>
                </a:moveTo>
                <a:lnTo>
                  <a:pt x="2812357" y="3394143"/>
                </a:lnTo>
                <a:lnTo>
                  <a:pt x="0" y="3394143"/>
                </a:lnTo>
                <a:close/>
              </a:path>
            </a:pathLst>
          </a:custGeom>
          <a:solidFill>
            <a:schemeClr val="accent4">
              <a:lumMod val="40000"/>
              <a:lumOff val="60000"/>
              <a:alpha val="50000"/>
            </a:schemeClr>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3" name="Freeform 32">
            <a:extLst>
              <a:ext uri="{FF2B5EF4-FFF2-40B4-BE49-F238E27FC236}">
                <a16:creationId xmlns:a16="http://schemas.microsoft.com/office/drawing/2014/main" id="{1A2791BA-760E-9FA5-8743-D0B699FC9835}"/>
              </a:ext>
              <a:ext uri="{C183D7F6-B498-43B3-948B-1728B52AA6E4}">
                <adec:decorative xmlns:adec="http://schemas.microsoft.com/office/drawing/2017/decorative" val="1"/>
              </a:ext>
            </a:extLst>
          </p:cNvPr>
          <p:cNvSpPr/>
          <p:nvPr userDrawn="1"/>
        </p:nvSpPr>
        <p:spPr>
          <a:xfrm>
            <a:off x="0" y="3463854"/>
            <a:ext cx="435241" cy="3394146"/>
          </a:xfrm>
          <a:custGeom>
            <a:avLst/>
            <a:gdLst>
              <a:gd name="connsiteX0" fmla="*/ 435241 w 435241"/>
              <a:gd name="connsiteY0" fmla="*/ 0 h 3394146"/>
              <a:gd name="connsiteX1" fmla="*/ 435241 w 435241"/>
              <a:gd name="connsiteY1" fmla="*/ 3394146 h 3394146"/>
              <a:gd name="connsiteX2" fmla="*/ 0 w 435241"/>
              <a:gd name="connsiteY2" fmla="*/ 3394146 h 3394146"/>
              <a:gd name="connsiteX3" fmla="*/ 0 w 435241"/>
              <a:gd name="connsiteY3" fmla="*/ 523525 h 3394146"/>
            </a:gdLst>
            <a:ahLst/>
            <a:cxnLst>
              <a:cxn ang="0">
                <a:pos x="connsiteX0" y="connsiteY0"/>
              </a:cxn>
              <a:cxn ang="0">
                <a:pos x="connsiteX1" y="connsiteY1"/>
              </a:cxn>
              <a:cxn ang="0">
                <a:pos x="connsiteX2" y="connsiteY2"/>
              </a:cxn>
              <a:cxn ang="0">
                <a:pos x="connsiteX3" y="connsiteY3"/>
              </a:cxn>
            </a:cxnLst>
            <a:rect l="l" t="t" r="r" b="b"/>
            <a:pathLst>
              <a:path w="435241" h="3394146">
                <a:moveTo>
                  <a:pt x="435241" y="0"/>
                </a:moveTo>
                <a:lnTo>
                  <a:pt x="435241" y="3394146"/>
                </a:lnTo>
                <a:lnTo>
                  <a:pt x="0" y="3394146"/>
                </a:lnTo>
                <a:lnTo>
                  <a:pt x="0" y="523525"/>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sp>
        <p:nvSpPr>
          <p:cNvPr id="4" name="Title 1">
            <a:extLst>
              <a:ext uri="{FF2B5EF4-FFF2-40B4-BE49-F238E27FC236}">
                <a16:creationId xmlns:a16="http://schemas.microsoft.com/office/drawing/2014/main" id="{8D6A03F2-8C7B-D33B-0E8F-24D4800D5C01}"/>
              </a:ext>
            </a:extLst>
          </p:cNvPr>
          <p:cNvSpPr>
            <a:spLocks noGrp="1"/>
          </p:cNvSpPr>
          <p:nvPr userDrawn="1">
            <p:ph type="title" hasCustomPrompt="1"/>
          </p:nvPr>
        </p:nvSpPr>
        <p:spPr>
          <a:xfrm>
            <a:off x="914400" y="1057275"/>
            <a:ext cx="5259554" cy="2495028"/>
          </a:xfrm>
        </p:spPr>
        <p:txBody>
          <a:bodyPr tIns="0" bIns="0">
            <a:noAutofit/>
          </a:bodyPr>
          <a:lstStyle>
            <a:lvl1pPr algn="l">
              <a:lnSpc>
                <a:spcPct val="100000"/>
              </a:lnSpc>
              <a:defRPr sz="3600"/>
            </a:lvl1pPr>
          </a:lstStyle>
          <a:p>
            <a:r>
              <a:rPr lang="en-US" dirty="0"/>
              <a:t>Click to add text</a:t>
            </a:r>
          </a:p>
        </p:txBody>
      </p:sp>
      <p:sp>
        <p:nvSpPr>
          <p:cNvPr id="5" name="Content Placeholder 2">
            <a:extLst>
              <a:ext uri="{FF2B5EF4-FFF2-40B4-BE49-F238E27FC236}">
                <a16:creationId xmlns:a16="http://schemas.microsoft.com/office/drawing/2014/main" id="{C51465C6-2CDE-B5BF-F22E-CBDD44E86CFC}"/>
              </a:ext>
            </a:extLst>
          </p:cNvPr>
          <p:cNvSpPr>
            <a:spLocks noGrp="1"/>
          </p:cNvSpPr>
          <p:nvPr userDrawn="1">
            <p:ph idx="1" hasCustomPrompt="1"/>
          </p:nvPr>
        </p:nvSpPr>
        <p:spPr>
          <a:xfrm>
            <a:off x="914400" y="3808750"/>
            <a:ext cx="5259554"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52" name="Picture Placeholder 7">
            <a:extLst>
              <a:ext uri="{FF2B5EF4-FFF2-40B4-BE49-F238E27FC236}">
                <a16:creationId xmlns:a16="http://schemas.microsoft.com/office/drawing/2014/main" id="{55126063-BDEE-A1AB-FDAE-DD9B98CACDA8}"/>
              </a:ext>
            </a:extLst>
          </p:cNvPr>
          <p:cNvSpPr>
            <a:spLocks noGrp="1"/>
          </p:cNvSpPr>
          <p:nvPr>
            <p:ph type="pic" sz="quarter" idx="11" hasCustomPrompt="1"/>
          </p:nvPr>
        </p:nvSpPr>
        <p:spPr>
          <a:xfrm>
            <a:off x="7414194" y="410780"/>
            <a:ext cx="4344695" cy="6447220"/>
          </a:xfrm>
          <a:solidFill>
            <a:schemeClr val="accent3"/>
          </a:solidFill>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1681789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32" name="Image 1">
            <a:extLst>
              <a:ext uri="{FF2B5EF4-FFF2-40B4-BE49-F238E27FC236}">
                <a16:creationId xmlns:a16="http://schemas.microsoft.com/office/drawing/2014/main" id="{2A3EC91E-4089-D366-06D3-3E66F93DFAF3}"/>
              </a:ext>
              <a:ext uri="{C183D7F6-B498-43B3-948B-1728B52AA6E4}">
                <adec:decorative xmlns:adec="http://schemas.microsoft.com/office/drawing/2017/decorative" val="1"/>
              </a:ext>
            </a:extLst>
          </p:cNvPr>
          <p:cNvSpPr/>
          <p:nvPr/>
        </p:nvSpPr>
        <p:spPr>
          <a:xfrm>
            <a:off x="-7117" y="0"/>
            <a:ext cx="2550985" cy="6858000"/>
          </a:xfrm>
          <a:custGeom>
            <a:avLst/>
            <a:gdLst>
              <a:gd name="connsiteX0" fmla="*/ 2550985 w 2550985"/>
              <a:gd name="connsiteY0" fmla="*/ 0 h 6858000"/>
              <a:gd name="connsiteX1" fmla="*/ 0 w 2550985"/>
              <a:gd name="connsiteY1" fmla="*/ 0 h 6858000"/>
              <a:gd name="connsiteX2" fmla="*/ 0 w 2550985"/>
              <a:gd name="connsiteY2" fmla="*/ 6858000 h 6858000"/>
              <a:gd name="connsiteX3" fmla="*/ 2550985 w 2550985"/>
              <a:gd name="connsiteY3" fmla="*/ 6858000 h 6858000"/>
              <a:gd name="connsiteX4" fmla="*/ 2550985 w 255098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0985" h="6858000">
                <a:moveTo>
                  <a:pt x="2550985" y="0"/>
                </a:moveTo>
                <a:lnTo>
                  <a:pt x="0" y="0"/>
                </a:lnTo>
                <a:lnTo>
                  <a:pt x="0" y="6858000"/>
                </a:lnTo>
                <a:lnTo>
                  <a:pt x="2550985" y="6858000"/>
                </a:lnTo>
                <a:lnTo>
                  <a:pt x="2550985" y="0"/>
                </a:lnTo>
                <a:close/>
              </a:path>
            </a:pathLst>
          </a:custGeom>
          <a:solidFill>
            <a:schemeClr val="accent4"/>
          </a:solidFill>
          <a:ln w="7045" cap="flat">
            <a:noFill/>
            <a:prstDash val="solid"/>
            <a:miter/>
          </a:ln>
        </p:spPr>
        <p:txBody>
          <a:bodyPr rtlCol="0" anchor="ctr">
            <a:noAutofit/>
          </a:bodyPr>
          <a:lstStyle/>
          <a:p>
            <a:endParaRPr lang="en-US" dirty="0"/>
          </a:p>
        </p:txBody>
      </p:sp>
      <p:sp>
        <p:nvSpPr>
          <p:cNvPr id="53" name="Freeform: Shape 52">
            <a:extLst>
              <a:ext uri="{FF2B5EF4-FFF2-40B4-BE49-F238E27FC236}">
                <a16:creationId xmlns:a16="http://schemas.microsoft.com/office/drawing/2014/main" id="{70F595E1-C910-3710-90E9-AF5FFCE05861}"/>
              </a:ext>
              <a:ext uri="{C183D7F6-B498-43B3-948B-1728B52AA6E4}">
                <adec:decorative xmlns:adec="http://schemas.microsoft.com/office/drawing/2017/decorative" val="1"/>
              </a:ext>
            </a:extLst>
          </p:cNvPr>
          <p:cNvSpPr/>
          <p:nvPr userDrawn="1"/>
        </p:nvSpPr>
        <p:spPr>
          <a:xfrm>
            <a:off x="-9415" y="0"/>
            <a:ext cx="2548591" cy="2555628"/>
          </a:xfrm>
          <a:custGeom>
            <a:avLst/>
            <a:gdLst>
              <a:gd name="connsiteX0" fmla="*/ 138643 w 2548591"/>
              <a:gd name="connsiteY0" fmla="*/ 1 h 2555628"/>
              <a:gd name="connsiteX1" fmla="*/ 163874 w 2548591"/>
              <a:gd name="connsiteY1" fmla="*/ 1 h 2555628"/>
              <a:gd name="connsiteX2" fmla="*/ 2548463 w 2548591"/>
              <a:gd name="connsiteY2" fmla="*/ 2391168 h 2555628"/>
              <a:gd name="connsiteX3" fmla="*/ 2548463 w 2548591"/>
              <a:gd name="connsiteY3" fmla="*/ 2416472 h 2555628"/>
              <a:gd name="connsiteX4" fmla="*/ 2548590 w 2548591"/>
              <a:gd name="connsiteY4" fmla="*/ 2416600 h 2555628"/>
              <a:gd name="connsiteX5" fmla="*/ 138643 w 2548591"/>
              <a:gd name="connsiteY5" fmla="*/ 1 h 2555628"/>
              <a:gd name="connsiteX6" fmla="*/ 0 w 2548591"/>
              <a:gd name="connsiteY6" fmla="*/ 1 h 2555628"/>
              <a:gd name="connsiteX7" fmla="*/ 25231 w 2548591"/>
              <a:gd name="connsiteY7" fmla="*/ 1 h 2555628"/>
              <a:gd name="connsiteX8" fmla="*/ 2548591 w 2548591"/>
              <a:gd name="connsiteY8" fmla="*/ 2530324 h 2555628"/>
              <a:gd name="connsiteX9" fmla="*/ 2548591 w 2548591"/>
              <a:gd name="connsiteY9" fmla="*/ 2555628 h 2555628"/>
              <a:gd name="connsiteX10" fmla="*/ 0 w 2548591"/>
              <a:gd name="connsiteY10" fmla="*/ 1 h 2555628"/>
              <a:gd name="connsiteX11" fmla="*/ 277411 w 2548591"/>
              <a:gd name="connsiteY11" fmla="*/ 1 h 2555628"/>
              <a:gd name="connsiteX12" fmla="*/ 302642 w 2548591"/>
              <a:gd name="connsiteY12" fmla="*/ 1 h 2555628"/>
              <a:gd name="connsiteX13" fmla="*/ 2548582 w 2548591"/>
              <a:gd name="connsiteY13" fmla="*/ 2252147 h 2555628"/>
              <a:gd name="connsiteX14" fmla="*/ 2548582 w 2548591"/>
              <a:gd name="connsiteY14" fmla="*/ 2277444 h 2555628"/>
              <a:gd name="connsiteX15" fmla="*/ 277411 w 2548591"/>
              <a:gd name="connsiteY15" fmla="*/ 1 h 2555628"/>
              <a:gd name="connsiteX16" fmla="*/ 416054 w 2548591"/>
              <a:gd name="connsiteY16" fmla="*/ 1 h 2555628"/>
              <a:gd name="connsiteX17" fmla="*/ 441285 w 2548591"/>
              <a:gd name="connsiteY17" fmla="*/ 1 h 2555628"/>
              <a:gd name="connsiteX18" fmla="*/ 2548589 w 2548591"/>
              <a:gd name="connsiteY18" fmla="*/ 2113119 h 2555628"/>
              <a:gd name="connsiteX19" fmla="*/ 2548589 w 2548591"/>
              <a:gd name="connsiteY19" fmla="*/ 2138423 h 2555628"/>
              <a:gd name="connsiteX20" fmla="*/ 416054 w 2548591"/>
              <a:gd name="connsiteY20" fmla="*/ 1 h 2555628"/>
              <a:gd name="connsiteX21" fmla="*/ 554698 w 2548591"/>
              <a:gd name="connsiteY21" fmla="*/ 1 h 2555628"/>
              <a:gd name="connsiteX22" fmla="*/ 579930 w 2548591"/>
              <a:gd name="connsiteY22" fmla="*/ 1 h 2555628"/>
              <a:gd name="connsiteX23" fmla="*/ 2548462 w 2548591"/>
              <a:gd name="connsiteY23" fmla="*/ 1973963 h 2555628"/>
              <a:gd name="connsiteX24" fmla="*/ 2548462 w 2548591"/>
              <a:gd name="connsiteY24" fmla="*/ 1999267 h 2555628"/>
              <a:gd name="connsiteX25" fmla="*/ 2548589 w 2548591"/>
              <a:gd name="connsiteY25" fmla="*/ 1999394 h 2555628"/>
              <a:gd name="connsiteX26" fmla="*/ 554698 w 2548591"/>
              <a:gd name="connsiteY26" fmla="*/ 1 h 2555628"/>
              <a:gd name="connsiteX27" fmla="*/ 693468 w 2548591"/>
              <a:gd name="connsiteY27" fmla="*/ 0 h 2555628"/>
              <a:gd name="connsiteX28" fmla="*/ 718701 w 2548591"/>
              <a:gd name="connsiteY28" fmla="*/ 0 h 2555628"/>
              <a:gd name="connsiteX29" fmla="*/ 2548583 w 2548591"/>
              <a:gd name="connsiteY29" fmla="*/ 1834942 h 2555628"/>
              <a:gd name="connsiteX30" fmla="*/ 2548583 w 2548591"/>
              <a:gd name="connsiteY30" fmla="*/ 1860239 h 2555628"/>
              <a:gd name="connsiteX31" fmla="*/ 693468 w 2548591"/>
              <a:gd name="connsiteY31" fmla="*/ 0 h 2555628"/>
              <a:gd name="connsiteX32" fmla="*/ 832112 w 2548591"/>
              <a:gd name="connsiteY32" fmla="*/ 0 h 2555628"/>
              <a:gd name="connsiteX33" fmla="*/ 857340 w 2548591"/>
              <a:gd name="connsiteY33" fmla="*/ 0 h 2555628"/>
              <a:gd name="connsiteX34" fmla="*/ 2548582 w 2548591"/>
              <a:gd name="connsiteY34" fmla="*/ 1695913 h 2555628"/>
              <a:gd name="connsiteX35" fmla="*/ 2548582 w 2548591"/>
              <a:gd name="connsiteY35" fmla="*/ 1721210 h 2555628"/>
              <a:gd name="connsiteX36" fmla="*/ 832112 w 2548591"/>
              <a:gd name="connsiteY36" fmla="*/ 0 h 2555628"/>
              <a:gd name="connsiteX37" fmla="*/ 970758 w 2548591"/>
              <a:gd name="connsiteY37" fmla="*/ 0 h 2555628"/>
              <a:gd name="connsiteX38" fmla="*/ 995986 w 2548591"/>
              <a:gd name="connsiteY38" fmla="*/ 0 h 2555628"/>
              <a:gd name="connsiteX39" fmla="*/ 2548463 w 2548591"/>
              <a:gd name="connsiteY39" fmla="*/ 1556758 h 2555628"/>
              <a:gd name="connsiteX40" fmla="*/ 2548463 w 2548591"/>
              <a:gd name="connsiteY40" fmla="*/ 1582062 h 2555628"/>
              <a:gd name="connsiteX41" fmla="*/ 2548590 w 2548591"/>
              <a:gd name="connsiteY41" fmla="*/ 1582189 h 2555628"/>
              <a:gd name="connsiteX42" fmla="*/ 970758 w 2548591"/>
              <a:gd name="connsiteY42" fmla="*/ 0 h 2555628"/>
              <a:gd name="connsiteX43" fmla="*/ 1109529 w 2548591"/>
              <a:gd name="connsiteY43" fmla="*/ 0 h 2555628"/>
              <a:gd name="connsiteX44" fmla="*/ 1134764 w 2548591"/>
              <a:gd name="connsiteY44" fmla="*/ 0 h 2555628"/>
              <a:gd name="connsiteX45" fmla="*/ 2548589 w 2548591"/>
              <a:gd name="connsiteY45" fmla="*/ 1417736 h 2555628"/>
              <a:gd name="connsiteX46" fmla="*/ 2548589 w 2548591"/>
              <a:gd name="connsiteY46" fmla="*/ 1443033 h 2555628"/>
              <a:gd name="connsiteX47" fmla="*/ 1109529 w 2548591"/>
              <a:gd name="connsiteY47" fmla="*/ 0 h 2555628"/>
              <a:gd name="connsiteX48" fmla="*/ 1248168 w 2548591"/>
              <a:gd name="connsiteY48" fmla="*/ 0 h 2555628"/>
              <a:gd name="connsiteX49" fmla="*/ 1273396 w 2548591"/>
              <a:gd name="connsiteY49" fmla="*/ 0 h 2555628"/>
              <a:gd name="connsiteX50" fmla="*/ 2548583 w 2548591"/>
              <a:gd name="connsiteY50" fmla="*/ 1278708 h 2555628"/>
              <a:gd name="connsiteX51" fmla="*/ 2548583 w 2548591"/>
              <a:gd name="connsiteY51" fmla="*/ 1304005 h 2555628"/>
              <a:gd name="connsiteX52" fmla="*/ 1248168 w 2548591"/>
              <a:gd name="connsiteY52" fmla="*/ 0 h 2555628"/>
              <a:gd name="connsiteX53" fmla="*/ 1386813 w 2548591"/>
              <a:gd name="connsiteY53" fmla="*/ 0 h 2555628"/>
              <a:gd name="connsiteX54" fmla="*/ 1412041 w 2548591"/>
              <a:gd name="connsiteY54" fmla="*/ 0 h 2555628"/>
              <a:gd name="connsiteX55" fmla="*/ 2548589 w 2548591"/>
              <a:gd name="connsiteY55" fmla="*/ 1139552 h 2555628"/>
              <a:gd name="connsiteX56" fmla="*/ 2548589 w 2548591"/>
              <a:gd name="connsiteY56" fmla="*/ 1164857 h 2555628"/>
              <a:gd name="connsiteX57" fmla="*/ 2548589 w 2548591"/>
              <a:gd name="connsiteY57" fmla="*/ 1164984 h 2555628"/>
              <a:gd name="connsiteX58" fmla="*/ 1386813 w 2548591"/>
              <a:gd name="connsiteY58" fmla="*/ 0 h 2555628"/>
              <a:gd name="connsiteX59" fmla="*/ 1525579 w 2548591"/>
              <a:gd name="connsiteY59" fmla="*/ 0 h 2555628"/>
              <a:gd name="connsiteX60" fmla="*/ 1550814 w 2548591"/>
              <a:gd name="connsiteY60" fmla="*/ 0 h 2555628"/>
              <a:gd name="connsiteX61" fmla="*/ 2548583 w 2548591"/>
              <a:gd name="connsiteY61" fmla="*/ 1000531 h 2555628"/>
              <a:gd name="connsiteX62" fmla="*/ 2548583 w 2548591"/>
              <a:gd name="connsiteY62" fmla="*/ 1025828 h 2555628"/>
              <a:gd name="connsiteX63" fmla="*/ 1525579 w 2548591"/>
              <a:gd name="connsiteY63" fmla="*/ 0 h 2555628"/>
              <a:gd name="connsiteX64" fmla="*/ 1664231 w 2548591"/>
              <a:gd name="connsiteY64" fmla="*/ 0 h 2555628"/>
              <a:gd name="connsiteX65" fmla="*/ 1689459 w 2548591"/>
              <a:gd name="connsiteY65" fmla="*/ 0 h 2555628"/>
              <a:gd name="connsiteX66" fmla="*/ 2548589 w 2548591"/>
              <a:gd name="connsiteY66" fmla="*/ 861503 h 2555628"/>
              <a:gd name="connsiteX67" fmla="*/ 2548589 w 2548591"/>
              <a:gd name="connsiteY67" fmla="*/ 886800 h 2555628"/>
              <a:gd name="connsiteX68" fmla="*/ 1664231 w 2548591"/>
              <a:gd name="connsiteY68" fmla="*/ 0 h 2555628"/>
              <a:gd name="connsiteX69" fmla="*/ 1802870 w 2548591"/>
              <a:gd name="connsiteY69" fmla="*/ 0 h 2555628"/>
              <a:gd name="connsiteX70" fmla="*/ 1828097 w 2548591"/>
              <a:gd name="connsiteY70" fmla="*/ 0 h 2555628"/>
              <a:gd name="connsiteX71" fmla="*/ 2548583 w 2548591"/>
              <a:gd name="connsiteY71" fmla="*/ 722347 h 2555628"/>
              <a:gd name="connsiteX72" fmla="*/ 2548583 w 2548591"/>
              <a:gd name="connsiteY72" fmla="*/ 747651 h 2555628"/>
              <a:gd name="connsiteX73" fmla="*/ 2548583 w 2548591"/>
              <a:gd name="connsiteY73" fmla="*/ 747778 h 2555628"/>
              <a:gd name="connsiteX74" fmla="*/ 1802870 w 2548591"/>
              <a:gd name="connsiteY74" fmla="*/ 0 h 2555628"/>
              <a:gd name="connsiteX75" fmla="*/ 1941642 w 2548591"/>
              <a:gd name="connsiteY75" fmla="*/ 0 h 2555628"/>
              <a:gd name="connsiteX76" fmla="*/ 1966877 w 2548591"/>
              <a:gd name="connsiteY76" fmla="*/ 0 h 2555628"/>
              <a:gd name="connsiteX77" fmla="*/ 2548589 w 2548591"/>
              <a:gd name="connsiteY77" fmla="*/ 583321 h 2555628"/>
              <a:gd name="connsiteX78" fmla="*/ 2548589 w 2548591"/>
              <a:gd name="connsiteY78" fmla="*/ 608622 h 2555628"/>
              <a:gd name="connsiteX79" fmla="*/ 1941642 w 2548591"/>
              <a:gd name="connsiteY79" fmla="*/ 0 h 2555628"/>
              <a:gd name="connsiteX80" fmla="*/ 2080281 w 2548591"/>
              <a:gd name="connsiteY80" fmla="*/ 0 h 2555628"/>
              <a:gd name="connsiteX81" fmla="*/ 2105508 w 2548591"/>
              <a:gd name="connsiteY81" fmla="*/ 0 h 2555628"/>
              <a:gd name="connsiteX82" fmla="*/ 2548582 w 2548591"/>
              <a:gd name="connsiteY82" fmla="*/ 444296 h 2555628"/>
              <a:gd name="connsiteX83" fmla="*/ 2548582 w 2548591"/>
              <a:gd name="connsiteY83" fmla="*/ 469597 h 2555628"/>
              <a:gd name="connsiteX84" fmla="*/ 2080281 w 2548591"/>
              <a:gd name="connsiteY84" fmla="*/ 0 h 2555628"/>
              <a:gd name="connsiteX85" fmla="*/ 2218926 w 2548591"/>
              <a:gd name="connsiteY85" fmla="*/ 0 h 2555628"/>
              <a:gd name="connsiteX86" fmla="*/ 2244153 w 2548591"/>
              <a:gd name="connsiteY86" fmla="*/ 0 h 2555628"/>
              <a:gd name="connsiteX87" fmla="*/ 2548582 w 2548591"/>
              <a:gd name="connsiteY87" fmla="*/ 305270 h 2555628"/>
              <a:gd name="connsiteX88" fmla="*/ 2548582 w 2548591"/>
              <a:gd name="connsiteY88" fmla="*/ 330570 h 2555628"/>
              <a:gd name="connsiteX89" fmla="*/ 2218926 w 2548591"/>
              <a:gd name="connsiteY89" fmla="*/ 0 h 255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548591" h="2555628">
                <a:moveTo>
                  <a:pt x="138643" y="1"/>
                </a:moveTo>
                <a:lnTo>
                  <a:pt x="163874" y="1"/>
                </a:lnTo>
                <a:cubicBezTo>
                  <a:pt x="163874" y="1318576"/>
                  <a:pt x="1233644" y="2391168"/>
                  <a:pt x="2548463" y="2391168"/>
                </a:cubicBezTo>
                <a:lnTo>
                  <a:pt x="2548463" y="2416472"/>
                </a:lnTo>
                <a:lnTo>
                  <a:pt x="2548590" y="2416600"/>
                </a:lnTo>
                <a:cubicBezTo>
                  <a:pt x="1219755" y="2416600"/>
                  <a:pt x="138643" y="1332503"/>
                  <a:pt x="138643" y="1"/>
                </a:cubicBezTo>
                <a:close/>
                <a:moveTo>
                  <a:pt x="0" y="1"/>
                </a:moveTo>
                <a:lnTo>
                  <a:pt x="25231" y="1"/>
                </a:lnTo>
                <a:cubicBezTo>
                  <a:pt x="25231" y="1395244"/>
                  <a:pt x="1157188" y="2530324"/>
                  <a:pt x="2548591" y="2530324"/>
                </a:cubicBezTo>
                <a:lnTo>
                  <a:pt x="2548591" y="2555628"/>
                </a:lnTo>
                <a:cubicBezTo>
                  <a:pt x="1143299" y="2555628"/>
                  <a:pt x="0" y="1409172"/>
                  <a:pt x="0" y="1"/>
                </a:cubicBezTo>
                <a:close/>
                <a:moveTo>
                  <a:pt x="277411" y="1"/>
                </a:moveTo>
                <a:lnTo>
                  <a:pt x="302642" y="1"/>
                </a:lnTo>
                <a:cubicBezTo>
                  <a:pt x="302642" y="1241907"/>
                  <a:pt x="1310229" y="2252147"/>
                  <a:pt x="2548582" y="2252147"/>
                </a:cubicBezTo>
                <a:lnTo>
                  <a:pt x="2548582" y="2277444"/>
                </a:lnTo>
                <a:cubicBezTo>
                  <a:pt x="1296205" y="2277444"/>
                  <a:pt x="277411" y="1255835"/>
                  <a:pt x="277411" y="1"/>
                </a:cubicBezTo>
                <a:close/>
                <a:moveTo>
                  <a:pt x="416054" y="1"/>
                </a:moveTo>
                <a:lnTo>
                  <a:pt x="441285" y="1"/>
                </a:lnTo>
                <a:cubicBezTo>
                  <a:pt x="441285" y="1165111"/>
                  <a:pt x="1386559" y="2113119"/>
                  <a:pt x="2548589" y="2113119"/>
                </a:cubicBezTo>
                <a:lnTo>
                  <a:pt x="2548589" y="2138423"/>
                </a:lnTo>
                <a:cubicBezTo>
                  <a:pt x="1372670" y="2138423"/>
                  <a:pt x="416054" y="1179166"/>
                  <a:pt x="416054" y="1"/>
                </a:cubicBezTo>
                <a:close/>
                <a:moveTo>
                  <a:pt x="554698" y="1"/>
                </a:moveTo>
                <a:lnTo>
                  <a:pt x="579930" y="1"/>
                </a:lnTo>
                <a:cubicBezTo>
                  <a:pt x="579930" y="1088442"/>
                  <a:pt x="1463017" y="1973963"/>
                  <a:pt x="2548462" y="1973963"/>
                </a:cubicBezTo>
                <a:lnTo>
                  <a:pt x="2548462" y="1999267"/>
                </a:lnTo>
                <a:lnTo>
                  <a:pt x="2548589" y="1999394"/>
                </a:lnTo>
                <a:cubicBezTo>
                  <a:pt x="1449127" y="1999394"/>
                  <a:pt x="554698" y="1102497"/>
                  <a:pt x="554698" y="1"/>
                </a:cubicBezTo>
                <a:close/>
                <a:moveTo>
                  <a:pt x="693468" y="0"/>
                </a:moveTo>
                <a:lnTo>
                  <a:pt x="718701" y="0"/>
                </a:lnTo>
                <a:cubicBezTo>
                  <a:pt x="718701" y="1011773"/>
                  <a:pt x="1539602" y="1834942"/>
                  <a:pt x="2548583" y="1834942"/>
                </a:cubicBezTo>
                <a:lnTo>
                  <a:pt x="2548583" y="1860239"/>
                </a:lnTo>
                <a:cubicBezTo>
                  <a:pt x="1525706" y="1860239"/>
                  <a:pt x="693468" y="1025701"/>
                  <a:pt x="693468" y="0"/>
                </a:cubicBezTo>
                <a:close/>
                <a:moveTo>
                  <a:pt x="832112" y="0"/>
                </a:moveTo>
                <a:lnTo>
                  <a:pt x="857340" y="0"/>
                </a:lnTo>
                <a:cubicBezTo>
                  <a:pt x="857340" y="935105"/>
                  <a:pt x="1616059" y="1695913"/>
                  <a:pt x="2548582" y="1695913"/>
                </a:cubicBezTo>
                <a:lnTo>
                  <a:pt x="2548582" y="1721210"/>
                </a:lnTo>
                <a:cubicBezTo>
                  <a:pt x="1602170" y="1721210"/>
                  <a:pt x="832112" y="949032"/>
                  <a:pt x="832112" y="0"/>
                </a:cubicBezTo>
                <a:close/>
                <a:moveTo>
                  <a:pt x="970758" y="0"/>
                </a:moveTo>
                <a:lnTo>
                  <a:pt x="995986" y="0"/>
                </a:lnTo>
                <a:cubicBezTo>
                  <a:pt x="995986" y="858436"/>
                  <a:pt x="1692391" y="1556758"/>
                  <a:pt x="2548463" y="1556758"/>
                </a:cubicBezTo>
                <a:lnTo>
                  <a:pt x="2548463" y="1582062"/>
                </a:lnTo>
                <a:lnTo>
                  <a:pt x="2548590" y="1582189"/>
                </a:lnTo>
                <a:cubicBezTo>
                  <a:pt x="1678628" y="1582189"/>
                  <a:pt x="970758" y="872491"/>
                  <a:pt x="970758" y="0"/>
                </a:cubicBezTo>
                <a:close/>
                <a:moveTo>
                  <a:pt x="1109529" y="0"/>
                </a:moveTo>
                <a:lnTo>
                  <a:pt x="1134764" y="0"/>
                </a:lnTo>
                <a:cubicBezTo>
                  <a:pt x="1134764" y="781767"/>
                  <a:pt x="1768975" y="1417736"/>
                  <a:pt x="2548589" y="1417736"/>
                </a:cubicBezTo>
                <a:lnTo>
                  <a:pt x="2548589" y="1443033"/>
                </a:lnTo>
                <a:cubicBezTo>
                  <a:pt x="1755086" y="1443033"/>
                  <a:pt x="1109529" y="795695"/>
                  <a:pt x="1109529" y="0"/>
                </a:cubicBezTo>
                <a:close/>
                <a:moveTo>
                  <a:pt x="1248168" y="0"/>
                </a:moveTo>
                <a:lnTo>
                  <a:pt x="1273396" y="0"/>
                </a:lnTo>
                <a:cubicBezTo>
                  <a:pt x="1273396" y="705097"/>
                  <a:pt x="1845433" y="1278708"/>
                  <a:pt x="2548583" y="1278708"/>
                </a:cubicBezTo>
                <a:lnTo>
                  <a:pt x="2548583" y="1304005"/>
                </a:lnTo>
                <a:cubicBezTo>
                  <a:pt x="1831537" y="1304005"/>
                  <a:pt x="1248168" y="719026"/>
                  <a:pt x="1248168" y="0"/>
                </a:cubicBezTo>
                <a:close/>
                <a:moveTo>
                  <a:pt x="1386813" y="0"/>
                </a:moveTo>
                <a:lnTo>
                  <a:pt x="1412041" y="0"/>
                </a:lnTo>
                <a:cubicBezTo>
                  <a:pt x="1412041" y="628428"/>
                  <a:pt x="1921890" y="1139552"/>
                  <a:pt x="2548589" y="1139552"/>
                </a:cubicBezTo>
                <a:lnTo>
                  <a:pt x="2548589" y="1164857"/>
                </a:lnTo>
                <a:lnTo>
                  <a:pt x="2548589" y="1164984"/>
                </a:lnTo>
                <a:cubicBezTo>
                  <a:pt x="1908001" y="1164984"/>
                  <a:pt x="1386813" y="642356"/>
                  <a:pt x="1386813" y="0"/>
                </a:cubicBezTo>
                <a:close/>
                <a:moveTo>
                  <a:pt x="1525579" y="0"/>
                </a:moveTo>
                <a:lnTo>
                  <a:pt x="1550814" y="0"/>
                </a:lnTo>
                <a:cubicBezTo>
                  <a:pt x="1550814" y="551759"/>
                  <a:pt x="1998468" y="1000531"/>
                  <a:pt x="2548583" y="1000531"/>
                </a:cubicBezTo>
                <a:lnTo>
                  <a:pt x="2548583" y="1025828"/>
                </a:lnTo>
                <a:cubicBezTo>
                  <a:pt x="1984452" y="1025828"/>
                  <a:pt x="1525579" y="565560"/>
                  <a:pt x="1525579" y="0"/>
                </a:cubicBezTo>
                <a:close/>
                <a:moveTo>
                  <a:pt x="1664231" y="0"/>
                </a:moveTo>
                <a:lnTo>
                  <a:pt x="1689459" y="0"/>
                </a:lnTo>
                <a:cubicBezTo>
                  <a:pt x="1689459" y="474963"/>
                  <a:pt x="2074805" y="861503"/>
                  <a:pt x="2548589" y="861503"/>
                </a:cubicBezTo>
                <a:lnTo>
                  <a:pt x="2548589" y="886800"/>
                </a:lnTo>
                <a:cubicBezTo>
                  <a:pt x="2060916" y="886800"/>
                  <a:pt x="1664231" y="489019"/>
                  <a:pt x="1664231" y="0"/>
                </a:cubicBezTo>
                <a:close/>
                <a:moveTo>
                  <a:pt x="1802870" y="0"/>
                </a:moveTo>
                <a:lnTo>
                  <a:pt x="1828097" y="0"/>
                </a:lnTo>
                <a:cubicBezTo>
                  <a:pt x="1828097" y="398295"/>
                  <a:pt x="2151263" y="722347"/>
                  <a:pt x="2548583" y="722347"/>
                </a:cubicBezTo>
                <a:lnTo>
                  <a:pt x="2548583" y="747651"/>
                </a:lnTo>
                <a:lnTo>
                  <a:pt x="2548583" y="747778"/>
                </a:lnTo>
                <a:cubicBezTo>
                  <a:pt x="2137367" y="747778"/>
                  <a:pt x="1802870" y="412350"/>
                  <a:pt x="1802870" y="0"/>
                </a:cubicBezTo>
                <a:close/>
                <a:moveTo>
                  <a:pt x="1941642" y="0"/>
                </a:moveTo>
                <a:lnTo>
                  <a:pt x="1966877" y="0"/>
                </a:lnTo>
                <a:cubicBezTo>
                  <a:pt x="1966877" y="321626"/>
                  <a:pt x="2227847" y="583321"/>
                  <a:pt x="2548589" y="583321"/>
                </a:cubicBezTo>
                <a:lnTo>
                  <a:pt x="2548589" y="608622"/>
                </a:lnTo>
                <a:cubicBezTo>
                  <a:pt x="2213831" y="608622"/>
                  <a:pt x="1941642" y="335553"/>
                  <a:pt x="1941642" y="0"/>
                </a:cubicBezTo>
                <a:close/>
                <a:moveTo>
                  <a:pt x="2080281" y="0"/>
                </a:moveTo>
                <a:lnTo>
                  <a:pt x="2105508" y="0"/>
                </a:lnTo>
                <a:cubicBezTo>
                  <a:pt x="2105508" y="244957"/>
                  <a:pt x="2304298" y="444296"/>
                  <a:pt x="2548582" y="444296"/>
                </a:cubicBezTo>
                <a:lnTo>
                  <a:pt x="2548582" y="469597"/>
                </a:lnTo>
                <a:cubicBezTo>
                  <a:pt x="2290409" y="469597"/>
                  <a:pt x="2080281" y="258885"/>
                  <a:pt x="2080281" y="0"/>
                </a:cubicBezTo>
                <a:close/>
                <a:moveTo>
                  <a:pt x="2218926" y="0"/>
                </a:moveTo>
                <a:lnTo>
                  <a:pt x="2244153" y="0"/>
                </a:lnTo>
                <a:cubicBezTo>
                  <a:pt x="2244153" y="168288"/>
                  <a:pt x="2380629" y="305270"/>
                  <a:pt x="2548582" y="305270"/>
                </a:cubicBezTo>
                <a:lnTo>
                  <a:pt x="2548582" y="330570"/>
                </a:lnTo>
                <a:cubicBezTo>
                  <a:pt x="2366866" y="330570"/>
                  <a:pt x="2218926" y="182344"/>
                  <a:pt x="2218926" y="0"/>
                </a:cubicBezTo>
                <a:close/>
              </a:path>
            </a:pathLst>
          </a:custGeom>
          <a:solidFill>
            <a:schemeClr val="bg1"/>
          </a:solidFill>
          <a:ln w="7032" cap="flat">
            <a:noFill/>
            <a:prstDash val="solid"/>
            <a:miter/>
          </a:ln>
        </p:spPr>
        <p:txBody>
          <a:bodyPr rtlCol="0" anchor="ctr">
            <a:noAutofit/>
          </a:bodyPr>
          <a:lstStyle/>
          <a:p>
            <a:endParaRPr lang="en-US" dirty="0"/>
          </a:p>
        </p:txBody>
      </p:sp>
      <p:sp>
        <p:nvSpPr>
          <p:cNvPr id="29" name="Freeform 70">
            <a:extLst>
              <a:ext uri="{FF2B5EF4-FFF2-40B4-BE49-F238E27FC236}">
                <a16:creationId xmlns:a16="http://schemas.microsoft.com/office/drawing/2014/main" id="{AA39EF58-54F1-4AC9-1D83-2E7DEEAAEA6A}"/>
              </a:ext>
              <a:ext uri="{C183D7F6-B498-43B3-948B-1728B52AA6E4}">
                <adec:decorative xmlns:adec="http://schemas.microsoft.com/office/drawing/2017/decorative" val="1"/>
              </a:ext>
            </a:extLst>
          </p:cNvPr>
          <p:cNvSpPr>
            <a:spLocks/>
          </p:cNvSpPr>
          <p:nvPr userDrawn="1"/>
        </p:nvSpPr>
        <p:spPr bwMode="auto">
          <a:xfrm rot="16200000" flipH="1">
            <a:off x="-9389"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2">
              <a:alpha val="50000"/>
            </a:schemeClr>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1" name="Freeform 70">
            <a:extLst>
              <a:ext uri="{FF2B5EF4-FFF2-40B4-BE49-F238E27FC236}">
                <a16:creationId xmlns:a16="http://schemas.microsoft.com/office/drawing/2014/main" id="{0C320934-59CC-4123-C7C1-FEEE89F3045F}"/>
              </a:ext>
              <a:ext uri="{C183D7F6-B498-43B3-948B-1728B52AA6E4}">
                <adec:decorative xmlns:adec="http://schemas.microsoft.com/office/drawing/2017/decorative" val="1"/>
              </a:ext>
            </a:extLst>
          </p:cNvPr>
          <p:cNvSpPr>
            <a:spLocks/>
          </p:cNvSpPr>
          <p:nvPr userDrawn="1"/>
        </p:nvSpPr>
        <p:spPr bwMode="auto">
          <a:xfrm flipH="1">
            <a:off x="-10617"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3" name="Image 4">
            <a:extLst>
              <a:ext uri="{FF2B5EF4-FFF2-40B4-BE49-F238E27FC236}">
                <a16:creationId xmlns:a16="http://schemas.microsoft.com/office/drawing/2014/main" id="{EC46DC71-C12A-96C8-3FE2-AA95AB58B349}"/>
              </a:ext>
              <a:ext uri="{C183D7F6-B498-43B3-948B-1728B52AA6E4}">
                <adec:decorative xmlns:adec="http://schemas.microsoft.com/office/drawing/2017/decorative" val="1"/>
              </a:ext>
            </a:extLst>
          </p:cNvPr>
          <p:cNvSpPr/>
          <p:nvPr/>
        </p:nvSpPr>
        <p:spPr>
          <a:xfrm>
            <a:off x="2543868" y="0"/>
            <a:ext cx="2560340" cy="2560340"/>
          </a:xfrm>
          <a:custGeom>
            <a:avLst/>
            <a:gdLst>
              <a:gd name="connsiteX0" fmla="*/ 0 w 2560340"/>
              <a:gd name="connsiteY0" fmla="*/ 2560340 h 2560340"/>
              <a:gd name="connsiteX1" fmla="*/ 2560340 w 2560340"/>
              <a:gd name="connsiteY1" fmla="*/ 0 h 2560340"/>
              <a:gd name="connsiteX2" fmla="*/ 0 w 2560340"/>
              <a:gd name="connsiteY2" fmla="*/ 0 h 2560340"/>
              <a:gd name="connsiteX3" fmla="*/ 0 w 2560340"/>
              <a:gd name="connsiteY3" fmla="*/ 2560340 h 2560340"/>
            </a:gdLst>
            <a:ahLst/>
            <a:cxnLst>
              <a:cxn ang="0">
                <a:pos x="connsiteX0" y="connsiteY0"/>
              </a:cxn>
              <a:cxn ang="0">
                <a:pos x="connsiteX1" y="connsiteY1"/>
              </a:cxn>
              <a:cxn ang="0">
                <a:pos x="connsiteX2" y="connsiteY2"/>
              </a:cxn>
              <a:cxn ang="0">
                <a:pos x="connsiteX3" y="connsiteY3"/>
              </a:cxn>
            </a:cxnLst>
            <a:rect l="l" t="t" r="r" b="b"/>
            <a:pathLst>
              <a:path w="2560340" h="2560340">
                <a:moveTo>
                  <a:pt x="0" y="2560340"/>
                </a:moveTo>
                <a:cubicBezTo>
                  <a:pt x="1414079" y="2560340"/>
                  <a:pt x="2560340" y="1414079"/>
                  <a:pt x="2560340" y="0"/>
                </a:cubicBezTo>
                <a:lnTo>
                  <a:pt x="0" y="0"/>
                </a:lnTo>
                <a:lnTo>
                  <a:pt x="0" y="2560340"/>
                </a:lnTo>
                <a:close/>
              </a:path>
            </a:pathLst>
          </a:custGeom>
          <a:solidFill>
            <a:schemeClr val="accent3">
              <a:lumMod val="40000"/>
              <a:lumOff val="60000"/>
              <a:alpha val="50000"/>
            </a:schemeClr>
          </a:solidFill>
          <a:ln w="7052" cap="flat">
            <a:noFill/>
            <a:prstDash val="solid"/>
            <a:miter/>
          </a:ln>
        </p:spPr>
        <p:txBody>
          <a:bodyPr rtlCol="0" anchor="ctr">
            <a:noAutofit/>
          </a:bodyPr>
          <a:lstStyle/>
          <a:p>
            <a:endParaRPr lang="en-US" dirty="0"/>
          </a:p>
        </p:txBody>
      </p:sp>
      <p:sp>
        <p:nvSpPr>
          <p:cNvPr id="2" name="Title 1"/>
          <p:cNvSpPr>
            <a:spLocks noGrp="1"/>
          </p:cNvSpPr>
          <p:nvPr>
            <p:ph type="title" hasCustomPrompt="1"/>
          </p:nvPr>
        </p:nvSpPr>
        <p:spPr>
          <a:xfrm>
            <a:off x="3460565" y="1057274"/>
            <a:ext cx="7965461" cy="994164"/>
          </a:xfrm>
        </p:spPr>
        <p:txBody>
          <a:bodyPr lIns="91440" tIns="0" rIns="91440" bIns="0" anchor="b" anchorCtr="0">
            <a:noAutofit/>
          </a:bodyPr>
          <a:lstStyle>
            <a:lvl1pPr algn="l">
              <a:lnSpc>
                <a:spcPct val="100000"/>
              </a:lnSpc>
              <a:defRPr sz="3600" b="1">
                <a:latin typeface="+mj-lt"/>
                <a:cs typeface="Arial" panose="020B0604020202020204" pitchFamily="34" charset="0"/>
              </a:defRPr>
            </a:lvl1pPr>
          </a:lstStyle>
          <a:p>
            <a:r>
              <a:rPr lang="en-US" dirty="0"/>
              <a:t>Click to add title</a:t>
            </a:r>
          </a:p>
        </p:txBody>
      </p:sp>
      <p:sp>
        <p:nvSpPr>
          <p:cNvPr id="13" name="Content Placeholder 3">
            <a:extLst>
              <a:ext uri="{FF2B5EF4-FFF2-40B4-BE49-F238E27FC236}">
                <a16:creationId xmlns:a16="http://schemas.microsoft.com/office/drawing/2014/main" id="{B20F5EA7-881C-8FB7-EAC9-89C8F2E5865C}"/>
              </a:ext>
            </a:extLst>
          </p:cNvPr>
          <p:cNvSpPr>
            <a:spLocks noGrp="1"/>
          </p:cNvSpPr>
          <p:nvPr>
            <p:ph sz="half" idx="2" hasCustomPrompt="1"/>
          </p:nvPr>
        </p:nvSpPr>
        <p:spPr>
          <a:xfrm>
            <a:off x="3460565" y="2303029"/>
            <a:ext cx="7965460" cy="3497698"/>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Slide Number Placeholder 2">
            <a:extLst>
              <a:ext uri="{FF2B5EF4-FFF2-40B4-BE49-F238E27FC236}">
                <a16:creationId xmlns:a16="http://schemas.microsoft.com/office/drawing/2014/main" id="{ED7A50D8-0839-EC58-FFBE-315A20995799}"/>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5528509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omparison 1">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C26B5661-F583-FA44-8353-161B862E69B1}"/>
              </a:ext>
            </a:extLst>
          </p:cNvPr>
          <p:cNvSpPr>
            <a:spLocks noGrp="1"/>
          </p:cNvSpPr>
          <p:nvPr>
            <p:ph type="title" hasCustomPrompt="1"/>
          </p:nvPr>
        </p:nvSpPr>
        <p:spPr>
          <a:xfrm>
            <a:off x="4364809" y="1057274"/>
            <a:ext cx="7043617" cy="2520217"/>
          </a:xfrm>
        </p:spPr>
        <p:txBody>
          <a:bodyPr tIns="0" bIns="0">
            <a:noAutofit/>
          </a:bodyPr>
          <a:lstStyle>
            <a:lvl1pPr algn="l">
              <a:lnSpc>
                <a:spcPct val="100000"/>
              </a:lnSpc>
              <a:defRPr sz="3600"/>
            </a:lvl1pPr>
          </a:lstStyle>
          <a:p>
            <a:r>
              <a:rPr lang="en-US" dirty="0"/>
              <a:t>Click to add title</a:t>
            </a:r>
          </a:p>
        </p:txBody>
      </p:sp>
      <p:sp>
        <p:nvSpPr>
          <p:cNvPr id="11" name="Image 0">
            <a:extLst>
              <a:ext uri="{FF2B5EF4-FFF2-40B4-BE49-F238E27FC236}">
                <a16:creationId xmlns:a16="http://schemas.microsoft.com/office/drawing/2014/main" id="{CD2D664E-6702-6607-A37E-2E996144917C}"/>
              </a:ext>
              <a:ext uri="{C183D7F6-B498-43B3-948B-1728B52AA6E4}">
                <adec:decorative xmlns:adec="http://schemas.microsoft.com/office/drawing/2017/decorative" val="1"/>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3" name="Image 1">
            <a:extLst>
              <a:ext uri="{FF2B5EF4-FFF2-40B4-BE49-F238E27FC236}">
                <a16:creationId xmlns:a16="http://schemas.microsoft.com/office/drawing/2014/main" id="{951C5737-DF7E-D671-AC74-9E488335BCA2}"/>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1703311" y="-2784"/>
            <a:ext cx="1734410" cy="5167313"/>
          </a:xfrm>
          <a:prstGeom prst="rect">
            <a:avLst/>
          </a:prstGeom>
        </p:spPr>
      </p:pic>
      <p:sp>
        <p:nvSpPr>
          <p:cNvPr id="39" name="Freeform: Shape 38">
            <a:extLst>
              <a:ext uri="{FF2B5EF4-FFF2-40B4-BE49-F238E27FC236}">
                <a16:creationId xmlns:a16="http://schemas.microsoft.com/office/drawing/2014/main" id="{F232A1E1-DD38-15EA-6CA1-A84950EC43F0}"/>
              </a:ext>
              <a:ext uri="{C183D7F6-B498-43B3-948B-1728B52AA6E4}">
                <adec:decorative xmlns:adec="http://schemas.microsoft.com/office/drawing/2017/decorative" val="1"/>
              </a:ext>
            </a:extLst>
          </p:cNvPr>
          <p:cNvSpPr/>
          <p:nvPr/>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dirty="0"/>
          </a:p>
        </p:txBody>
      </p:sp>
      <p:sp>
        <p:nvSpPr>
          <p:cNvPr id="17" name="Image 5">
            <a:extLst>
              <a:ext uri="{FF2B5EF4-FFF2-40B4-BE49-F238E27FC236}">
                <a16:creationId xmlns:a16="http://schemas.microsoft.com/office/drawing/2014/main" id="{B9036D42-A06F-E6EE-BB91-8BAF045198BE}"/>
              </a:ext>
              <a:ext uri="{C183D7F6-B498-43B3-948B-1728B52AA6E4}">
                <adec:decorative xmlns:adec="http://schemas.microsoft.com/office/drawing/2017/decorative" val="1"/>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9" name="Image 6">
            <a:extLst>
              <a:ext uri="{FF2B5EF4-FFF2-40B4-BE49-F238E27FC236}">
                <a16:creationId xmlns:a16="http://schemas.microsoft.com/office/drawing/2014/main" id="{86E0540C-3355-A50D-AC61-047B54B70C64}"/>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718457" y="3440504"/>
            <a:ext cx="1719263" cy="1724025"/>
          </a:xfrm>
          <a:prstGeom prst="rect">
            <a:avLst/>
          </a:prstGeom>
        </p:spPr>
      </p:pic>
      <p:sp>
        <p:nvSpPr>
          <p:cNvPr id="16" name="Slide Number Placeholder 2">
            <a:extLst>
              <a:ext uri="{FF2B5EF4-FFF2-40B4-BE49-F238E27FC236}">
                <a16:creationId xmlns:a16="http://schemas.microsoft.com/office/drawing/2014/main" id="{B00F713C-1CC6-5879-0410-95F179D56AD2}"/>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 name="Content Placeholder 2">
            <a:extLst>
              <a:ext uri="{FF2B5EF4-FFF2-40B4-BE49-F238E27FC236}">
                <a16:creationId xmlns:a16="http://schemas.microsoft.com/office/drawing/2014/main" id="{8E40D3F2-4A7A-F909-AC98-0B402B26776E}"/>
              </a:ext>
            </a:extLst>
          </p:cNvPr>
          <p:cNvSpPr>
            <a:spLocks noGrp="1"/>
          </p:cNvSpPr>
          <p:nvPr>
            <p:ph idx="11" hasCustomPrompt="1"/>
          </p:nvPr>
        </p:nvSpPr>
        <p:spPr>
          <a:xfrm>
            <a:off x="4364808" y="3808750"/>
            <a:ext cx="7043618"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3116296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4">
    <p:spTree>
      <p:nvGrpSpPr>
        <p:cNvPr id="1" name=""/>
        <p:cNvGrpSpPr/>
        <p:nvPr/>
      </p:nvGrpSpPr>
      <p:grpSpPr>
        <a:xfrm>
          <a:off x="0" y="0"/>
          <a:ext cx="0" cy="0"/>
          <a:chOff x="0" y="0"/>
          <a:chExt cx="0" cy="0"/>
        </a:xfrm>
      </p:grpSpPr>
      <p:sp>
        <p:nvSpPr>
          <p:cNvPr id="27" name="Freeform 26">
            <a:extLst>
              <a:ext uri="{FF2B5EF4-FFF2-40B4-BE49-F238E27FC236}">
                <a16:creationId xmlns:a16="http://schemas.microsoft.com/office/drawing/2014/main" id="{3C7B0BB3-A5CA-7C72-DC39-AD00EC90964C}"/>
              </a:ext>
              <a:ext uri="{C183D7F6-B498-43B3-948B-1728B52AA6E4}">
                <adec:decorative xmlns:adec="http://schemas.microsoft.com/office/drawing/2017/decorative" val="1"/>
              </a:ext>
            </a:extLst>
          </p:cNvPr>
          <p:cNvSpPr/>
          <p:nvPr userDrawn="1"/>
        </p:nvSpPr>
        <p:spPr>
          <a:xfrm>
            <a:off x="8989454" y="3427336"/>
            <a:ext cx="3202546" cy="3430665"/>
          </a:xfrm>
          <a:custGeom>
            <a:avLst/>
            <a:gdLst>
              <a:gd name="connsiteX0" fmla="*/ 0 w 3202546"/>
              <a:gd name="connsiteY0" fmla="*/ 0 h 3430665"/>
              <a:gd name="connsiteX1" fmla="*/ 3202546 w 3202546"/>
              <a:gd name="connsiteY1" fmla="*/ 0 h 3430665"/>
              <a:gd name="connsiteX2" fmla="*/ 3202546 w 3202546"/>
              <a:gd name="connsiteY2" fmla="*/ 3430665 h 3430665"/>
              <a:gd name="connsiteX3" fmla="*/ 0 w 3202546"/>
              <a:gd name="connsiteY3" fmla="*/ 3430665 h 3430665"/>
            </a:gdLst>
            <a:ahLst/>
            <a:cxnLst>
              <a:cxn ang="0">
                <a:pos x="connsiteX0" y="connsiteY0"/>
              </a:cxn>
              <a:cxn ang="0">
                <a:pos x="connsiteX1" y="connsiteY1"/>
              </a:cxn>
              <a:cxn ang="0">
                <a:pos x="connsiteX2" y="connsiteY2"/>
              </a:cxn>
              <a:cxn ang="0">
                <a:pos x="connsiteX3" y="connsiteY3"/>
              </a:cxn>
            </a:cxnLst>
            <a:rect l="l" t="t" r="r" b="b"/>
            <a:pathLst>
              <a:path w="3202546" h="3430665">
                <a:moveTo>
                  <a:pt x="0" y="0"/>
                </a:moveTo>
                <a:lnTo>
                  <a:pt x="3202546" y="0"/>
                </a:lnTo>
                <a:lnTo>
                  <a:pt x="3202546" y="3430665"/>
                </a:lnTo>
                <a:lnTo>
                  <a:pt x="0" y="3430665"/>
                </a:ln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8" name="Freeform 17">
            <a:extLst>
              <a:ext uri="{FF2B5EF4-FFF2-40B4-BE49-F238E27FC236}">
                <a16:creationId xmlns:a16="http://schemas.microsoft.com/office/drawing/2014/main" id="{07871527-68A5-0A5C-F5A6-A80523BAC92F}"/>
              </a:ext>
              <a:ext uri="{C183D7F6-B498-43B3-948B-1728B52AA6E4}">
                <adec:decorative xmlns:adec="http://schemas.microsoft.com/office/drawing/2017/decorative" val="1"/>
              </a:ext>
            </a:extLst>
          </p:cNvPr>
          <p:cNvSpPr/>
          <p:nvPr userDrawn="1"/>
        </p:nvSpPr>
        <p:spPr>
          <a:xfrm>
            <a:off x="8989454" y="3654149"/>
            <a:ext cx="3202546" cy="3203852"/>
          </a:xfrm>
          <a:custGeom>
            <a:avLst/>
            <a:gdLst>
              <a:gd name="connsiteX0" fmla="*/ 3202546 w 3202546"/>
              <a:gd name="connsiteY0" fmla="*/ 0 h 3203852"/>
              <a:gd name="connsiteX1" fmla="*/ 3202546 w 3202546"/>
              <a:gd name="connsiteY1" fmla="*/ 3203852 h 3203852"/>
              <a:gd name="connsiteX2" fmla="*/ 0 w 3202546"/>
              <a:gd name="connsiteY2" fmla="*/ 3203852 h 3203852"/>
              <a:gd name="connsiteX3" fmla="*/ 0 w 3202546"/>
              <a:gd name="connsiteY3" fmla="*/ 3190718 h 3203852"/>
            </a:gdLst>
            <a:ahLst/>
            <a:cxnLst>
              <a:cxn ang="0">
                <a:pos x="connsiteX0" y="connsiteY0"/>
              </a:cxn>
              <a:cxn ang="0">
                <a:pos x="connsiteX1" y="connsiteY1"/>
              </a:cxn>
              <a:cxn ang="0">
                <a:pos x="connsiteX2" y="connsiteY2"/>
              </a:cxn>
              <a:cxn ang="0">
                <a:pos x="connsiteX3" y="connsiteY3"/>
              </a:cxn>
            </a:cxnLst>
            <a:rect l="l" t="t" r="r" b="b"/>
            <a:pathLst>
              <a:path w="3202546" h="3203852">
                <a:moveTo>
                  <a:pt x="3202546" y="0"/>
                </a:moveTo>
                <a:lnTo>
                  <a:pt x="3202546" y="3203852"/>
                </a:lnTo>
                <a:lnTo>
                  <a:pt x="0" y="3203852"/>
                </a:lnTo>
                <a:lnTo>
                  <a:pt x="0" y="3190718"/>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4" name="Freeform 13">
            <a:extLst>
              <a:ext uri="{FF2B5EF4-FFF2-40B4-BE49-F238E27FC236}">
                <a16:creationId xmlns:a16="http://schemas.microsoft.com/office/drawing/2014/main" id="{CEB118B3-9B06-AD11-738A-7A0651F98B7E}"/>
              </a:ext>
              <a:ext uri="{C183D7F6-B498-43B3-948B-1728B52AA6E4}">
                <adec:decorative xmlns:adec="http://schemas.microsoft.com/office/drawing/2017/decorative" val="1"/>
              </a:ext>
            </a:extLst>
          </p:cNvPr>
          <p:cNvSpPr/>
          <p:nvPr userDrawn="1"/>
        </p:nvSpPr>
        <p:spPr>
          <a:xfrm>
            <a:off x="8989455" y="1"/>
            <a:ext cx="3202545" cy="3437345"/>
          </a:xfrm>
          <a:custGeom>
            <a:avLst/>
            <a:gdLst>
              <a:gd name="connsiteX0" fmla="*/ 0 w 3202545"/>
              <a:gd name="connsiteY0" fmla="*/ 0 h 3437345"/>
              <a:gd name="connsiteX1" fmla="*/ 3202545 w 3202545"/>
              <a:gd name="connsiteY1" fmla="*/ 0 h 3437345"/>
              <a:gd name="connsiteX2" fmla="*/ 3202545 w 3202545"/>
              <a:gd name="connsiteY2" fmla="*/ 3437345 h 3437345"/>
              <a:gd name="connsiteX3" fmla="*/ 0 w 3202545"/>
              <a:gd name="connsiteY3" fmla="*/ 3437345 h 3437345"/>
            </a:gdLst>
            <a:ahLst/>
            <a:cxnLst>
              <a:cxn ang="0">
                <a:pos x="connsiteX0" y="connsiteY0"/>
              </a:cxn>
              <a:cxn ang="0">
                <a:pos x="connsiteX1" y="connsiteY1"/>
              </a:cxn>
              <a:cxn ang="0">
                <a:pos x="connsiteX2" y="connsiteY2"/>
              </a:cxn>
              <a:cxn ang="0">
                <a:pos x="connsiteX3" y="connsiteY3"/>
              </a:cxn>
            </a:cxnLst>
            <a:rect l="l" t="t" r="r" b="b"/>
            <a:pathLst>
              <a:path w="3202545" h="3437345">
                <a:moveTo>
                  <a:pt x="0" y="0"/>
                </a:moveTo>
                <a:lnTo>
                  <a:pt x="3202545" y="0"/>
                </a:lnTo>
                <a:lnTo>
                  <a:pt x="3202545" y="3437345"/>
                </a:lnTo>
                <a:lnTo>
                  <a:pt x="0" y="3437345"/>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Freeform 15">
            <a:extLst>
              <a:ext uri="{FF2B5EF4-FFF2-40B4-BE49-F238E27FC236}">
                <a16:creationId xmlns:a16="http://schemas.microsoft.com/office/drawing/2014/main" id="{0EA94262-504E-06F2-F383-E832C37B1250}"/>
              </a:ext>
              <a:ext uri="{C183D7F6-B498-43B3-948B-1728B52AA6E4}">
                <adec:decorative xmlns:adec="http://schemas.microsoft.com/office/drawing/2017/decorative" val="1"/>
              </a:ext>
            </a:extLst>
          </p:cNvPr>
          <p:cNvSpPr/>
          <p:nvPr userDrawn="1"/>
        </p:nvSpPr>
        <p:spPr>
          <a:xfrm>
            <a:off x="8989454" y="6681"/>
            <a:ext cx="3202546" cy="3436477"/>
          </a:xfrm>
          <a:custGeom>
            <a:avLst/>
            <a:gdLst>
              <a:gd name="connsiteX0" fmla="*/ 0 w 3202546"/>
              <a:gd name="connsiteY0" fmla="*/ 0 h 3436477"/>
              <a:gd name="connsiteX1" fmla="*/ 3202546 w 3202546"/>
              <a:gd name="connsiteY1" fmla="*/ 3214418 h 3436477"/>
              <a:gd name="connsiteX2" fmla="*/ 3202546 w 3202546"/>
              <a:gd name="connsiteY2" fmla="*/ 3436477 h 3436477"/>
              <a:gd name="connsiteX3" fmla="*/ 0 w 3202546"/>
              <a:gd name="connsiteY3" fmla="*/ 3436477 h 3436477"/>
            </a:gdLst>
            <a:ahLst/>
            <a:cxnLst>
              <a:cxn ang="0">
                <a:pos x="connsiteX0" y="connsiteY0"/>
              </a:cxn>
              <a:cxn ang="0">
                <a:pos x="connsiteX1" y="connsiteY1"/>
              </a:cxn>
              <a:cxn ang="0">
                <a:pos x="connsiteX2" y="connsiteY2"/>
              </a:cxn>
              <a:cxn ang="0">
                <a:pos x="connsiteX3" y="connsiteY3"/>
              </a:cxn>
            </a:cxnLst>
            <a:rect l="l" t="t" r="r" b="b"/>
            <a:pathLst>
              <a:path w="3202546" h="3436477">
                <a:moveTo>
                  <a:pt x="0" y="0"/>
                </a:moveTo>
                <a:lnTo>
                  <a:pt x="3202546" y="3214418"/>
                </a:lnTo>
                <a:lnTo>
                  <a:pt x="3202546" y="3436477"/>
                </a:lnTo>
                <a:lnTo>
                  <a:pt x="0" y="343647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0" name="Title 19">
            <a:extLst>
              <a:ext uri="{FF2B5EF4-FFF2-40B4-BE49-F238E27FC236}">
                <a16:creationId xmlns:a16="http://schemas.microsoft.com/office/drawing/2014/main" id="{C26B5661-F583-FA44-8353-161B862E69B1}"/>
              </a:ext>
            </a:extLst>
          </p:cNvPr>
          <p:cNvSpPr>
            <a:spLocks noGrp="1"/>
          </p:cNvSpPr>
          <p:nvPr userDrawn="1">
            <p:ph type="title" hasCustomPrompt="1"/>
          </p:nvPr>
        </p:nvSpPr>
        <p:spPr>
          <a:xfrm>
            <a:off x="914399" y="834635"/>
            <a:ext cx="7796464" cy="1222385"/>
          </a:xfrm>
        </p:spPr>
        <p:txBody>
          <a:bodyPr tIns="0" bIns="0">
            <a:noAutofit/>
          </a:bodyPr>
          <a:lstStyle>
            <a:lvl1pPr algn="l">
              <a:lnSpc>
                <a:spcPct val="100000"/>
              </a:lnSpc>
              <a:defRPr sz="3600"/>
            </a:lvl1pPr>
          </a:lstStyle>
          <a:p>
            <a:r>
              <a:rPr lang="en-US" dirty="0"/>
              <a:t>Click to add title</a:t>
            </a:r>
          </a:p>
        </p:txBody>
      </p:sp>
      <p:sp>
        <p:nvSpPr>
          <p:cNvPr id="19" name="Slide Number Placeholder 2">
            <a:extLst>
              <a:ext uri="{FF2B5EF4-FFF2-40B4-BE49-F238E27FC236}">
                <a16:creationId xmlns:a16="http://schemas.microsoft.com/office/drawing/2014/main" id="{BFBCB81C-7599-87A1-8037-5FB8C374503A}"/>
              </a:ext>
            </a:extLst>
          </p:cNvPr>
          <p:cNvSpPr>
            <a:spLocks noGrp="1"/>
          </p:cNvSpPr>
          <p:nvPr userDrawn="1">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3" name="Content Placeholder 3">
            <a:extLst>
              <a:ext uri="{FF2B5EF4-FFF2-40B4-BE49-F238E27FC236}">
                <a16:creationId xmlns:a16="http://schemas.microsoft.com/office/drawing/2014/main" id="{6FF02D51-6992-3FED-2A19-92E5AC564CF4}"/>
              </a:ext>
            </a:extLst>
          </p:cNvPr>
          <p:cNvSpPr>
            <a:spLocks noGrp="1"/>
          </p:cNvSpPr>
          <p:nvPr userDrawn="1">
            <p:ph sz="half" idx="2" hasCustomPrompt="1"/>
          </p:nvPr>
        </p:nvSpPr>
        <p:spPr>
          <a:xfrm>
            <a:off x="914400" y="2303028"/>
            <a:ext cx="3283119"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Content Placeholder 5">
            <a:extLst>
              <a:ext uri="{FF2B5EF4-FFF2-40B4-BE49-F238E27FC236}">
                <a16:creationId xmlns:a16="http://schemas.microsoft.com/office/drawing/2014/main" id="{C2762372-3C12-61F8-F131-E4C08A2B1735}"/>
              </a:ext>
            </a:extLst>
          </p:cNvPr>
          <p:cNvSpPr>
            <a:spLocks noGrp="1"/>
          </p:cNvSpPr>
          <p:nvPr userDrawn="1">
            <p:ph sz="quarter" idx="4" hasCustomPrompt="1"/>
          </p:nvPr>
        </p:nvSpPr>
        <p:spPr>
          <a:xfrm>
            <a:off x="4782159" y="2303028"/>
            <a:ext cx="3284951"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86733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meline 1">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965393"/>
            <a:ext cx="7631709" cy="1091627"/>
          </a:xfrm>
        </p:spPr>
        <p:txBody>
          <a:bodyPr tIns="0" bIns="0"/>
          <a:lstStyle>
            <a:lvl1pPr algn="l">
              <a:lnSpc>
                <a:spcPct val="100000"/>
              </a:lnSpc>
              <a:defRPr sz="3600">
                <a:solidFill>
                  <a:schemeClr val="accent6"/>
                </a:solidFill>
              </a:defRPr>
            </a:lvl1pPr>
          </a:lstStyle>
          <a:p>
            <a:r>
              <a:rPr lang="en-US" dirty="0"/>
              <a:t>Click to add title</a:t>
            </a:r>
          </a:p>
        </p:txBody>
      </p:sp>
      <p:sp>
        <p:nvSpPr>
          <p:cNvPr id="5" name="Content Placeholder 2">
            <a:extLst>
              <a:ext uri="{FF2B5EF4-FFF2-40B4-BE49-F238E27FC236}">
                <a16:creationId xmlns:a16="http://schemas.microsoft.com/office/drawing/2014/main" id="{0AADE444-940A-5A34-8C49-4F15BC33EEC7}"/>
              </a:ext>
            </a:extLst>
          </p:cNvPr>
          <p:cNvSpPr>
            <a:spLocks noGrp="1"/>
          </p:cNvSpPr>
          <p:nvPr>
            <p:ph sz="half" idx="15" hasCustomPrompt="1"/>
          </p:nvPr>
        </p:nvSpPr>
        <p:spPr>
          <a:xfrm>
            <a:off x="914400" y="2303028"/>
            <a:ext cx="3283119" cy="4144192"/>
          </a:xfrm>
        </p:spPr>
        <p:txBody>
          <a:bodyPr lIns="91440" tIns="0" rIns="91440" bIns="0">
            <a:normAutofit/>
          </a:bodyPr>
          <a:lstStyle>
            <a:lvl1pPr marL="457200" indent="-457200">
              <a:spcBef>
                <a:spcPts val="1000"/>
              </a:spcBef>
              <a:buFont typeface="+mj-lt"/>
              <a:buAutoNum type="arabicPeriod"/>
              <a:defRPr sz="1800"/>
            </a:lvl1pPr>
            <a:lvl2pPr marL="745236" indent="-342900">
              <a:spcBef>
                <a:spcPts val="1000"/>
              </a:spcBef>
              <a:buFont typeface="+mj-lt"/>
              <a:buAutoNum type="alphaLcPeriod"/>
              <a:defRPr sz="1800"/>
            </a:lvl2pPr>
            <a:lvl3pPr marL="1202436" indent="-342900">
              <a:spcBef>
                <a:spcPts val="1000"/>
              </a:spcBef>
              <a:buFont typeface="+mj-lt"/>
              <a:buAutoNum type="arabicParenR"/>
              <a:defRPr sz="1800"/>
            </a:lvl3pPr>
            <a:lvl4pPr marL="1659636" indent="-342900">
              <a:spcBef>
                <a:spcPts val="1000"/>
              </a:spcBef>
              <a:buFont typeface="+mj-lt"/>
              <a:buAutoNum type="alphaLcParenR"/>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3" name="Content Placeholder 2">
            <a:extLst>
              <a:ext uri="{FF2B5EF4-FFF2-40B4-BE49-F238E27FC236}">
                <a16:creationId xmlns:a16="http://schemas.microsoft.com/office/drawing/2014/main" id="{97A79FCB-9A9F-6B60-A95C-FCF020598DE3}"/>
              </a:ext>
            </a:extLst>
          </p:cNvPr>
          <p:cNvSpPr>
            <a:spLocks noGrp="1"/>
          </p:cNvSpPr>
          <p:nvPr>
            <p:ph sz="half" idx="1" hasCustomPrompt="1"/>
          </p:nvPr>
        </p:nvSpPr>
        <p:spPr>
          <a:xfrm>
            <a:off x="4782159" y="2303028"/>
            <a:ext cx="3763950" cy="4144192"/>
          </a:xfrm>
        </p:spPr>
        <p:txBody>
          <a:bodyPr lIns="91440" tIns="0" rIns="91440" bIns="0">
            <a:normAutofit/>
          </a:bodyPr>
          <a:lstStyle>
            <a:lvl1pPr marL="0" indent="0">
              <a:spcBef>
                <a:spcPts val="1000"/>
              </a:spcBef>
              <a:buNone/>
              <a:defRPr sz="1800"/>
            </a:lvl1pPr>
            <a:lvl2pPr indent="-283464">
              <a:spcBef>
                <a:spcPts val="1000"/>
              </a:spcBef>
              <a:defRPr sz="1800"/>
            </a:lvl2pPr>
            <a:lvl3pPr indent="-283464">
              <a:spcBef>
                <a:spcPts val="1000"/>
              </a:spcBef>
              <a:defRPr sz="1800"/>
            </a:lvl3pPr>
            <a:lvl4pPr indent="-283464">
              <a:spcBef>
                <a:spcPts val="1000"/>
              </a:spcBef>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Picture Placeholder 30">
            <a:extLst>
              <a:ext uri="{FF2B5EF4-FFF2-40B4-BE49-F238E27FC236}">
                <a16:creationId xmlns:a16="http://schemas.microsoft.com/office/drawing/2014/main" id="{2912B88E-830A-AD4C-378F-46EF5F77950C}"/>
              </a:ext>
            </a:extLst>
          </p:cNvPr>
          <p:cNvSpPr>
            <a:spLocks noGrp="1"/>
          </p:cNvSpPr>
          <p:nvPr>
            <p:ph type="pic" sz="quarter" idx="14" hasCustomPrompt="1"/>
          </p:nvPr>
        </p:nvSpPr>
        <p:spPr>
          <a:xfrm>
            <a:off x="8989454" y="965393"/>
            <a:ext cx="3202545" cy="5892607"/>
          </a:xfrm>
          <a:custGeom>
            <a:avLst/>
            <a:gdLst>
              <a:gd name="connsiteX0" fmla="*/ 0 w 3202545"/>
              <a:gd name="connsiteY0" fmla="*/ 0 h 6023366"/>
              <a:gd name="connsiteX1" fmla="*/ 3202545 w 3202545"/>
              <a:gd name="connsiteY1" fmla="*/ 0 h 6023366"/>
              <a:gd name="connsiteX2" fmla="*/ 3202545 w 3202545"/>
              <a:gd name="connsiteY2" fmla="*/ 3165406 h 6023366"/>
              <a:gd name="connsiteX3" fmla="*/ 2923656 w 3202545"/>
              <a:gd name="connsiteY3" fmla="*/ 3179481 h 6023366"/>
              <a:gd name="connsiteX4" fmla="*/ 364096 w 3202545"/>
              <a:gd name="connsiteY4" fmla="*/ 6016124 h 6023366"/>
              <a:gd name="connsiteX5" fmla="*/ 364096 w 3202545"/>
              <a:gd name="connsiteY5" fmla="*/ 6023364 h 6023366"/>
              <a:gd name="connsiteX6" fmla="*/ 1231541 w 3202545"/>
              <a:gd name="connsiteY6" fmla="*/ 6023364 h 6023366"/>
              <a:gd name="connsiteX7" fmla="*/ 1241636 w 3202545"/>
              <a:gd name="connsiteY7" fmla="*/ 5822974 h 6023366"/>
              <a:gd name="connsiteX8" fmla="*/ 3012253 w 3202545"/>
              <a:gd name="connsiteY8" fmla="*/ 4042481 h 6023366"/>
              <a:gd name="connsiteX9" fmla="*/ 3202545 w 3202545"/>
              <a:gd name="connsiteY9" fmla="*/ 4032784 h 6023366"/>
              <a:gd name="connsiteX10" fmla="*/ 3202545 w 3202545"/>
              <a:gd name="connsiteY10" fmla="*/ 4033098 h 6023366"/>
              <a:gd name="connsiteX11" fmla="*/ 3012291 w 3202545"/>
              <a:gd name="connsiteY11" fmla="*/ 4042794 h 6023366"/>
              <a:gd name="connsiteX12" fmla="*/ 1242011 w 3202545"/>
              <a:gd name="connsiteY12" fmla="*/ 5823008 h 6023366"/>
              <a:gd name="connsiteX13" fmla="*/ 1231918 w 3202545"/>
              <a:gd name="connsiteY13" fmla="*/ 6023365 h 6023366"/>
              <a:gd name="connsiteX14" fmla="*/ 3202545 w 3202545"/>
              <a:gd name="connsiteY14" fmla="*/ 6023365 h 6023366"/>
              <a:gd name="connsiteX15" fmla="*/ 3202545 w 3202545"/>
              <a:gd name="connsiteY15" fmla="*/ 6023366 h 6023366"/>
              <a:gd name="connsiteX16" fmla="*/ 0 w 3202545"/>
              <a:gd name="connsiteY16" fmla="*/ 6023366 h 6023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02545" h="6023366">
                <a:moveTo>
                  <a:pt x="0" y="0"/>
                </a:moveTo>
                <a:lnTo>
                  <a:pt x="3202545" y="0"/>
                </a:lnTo>
                <a:lnTo>
                  <a:pt x="3202545" y="3165406"/>
                </a:lnTo>
                <a:lnTo>
                  <a:pt x="2923656" y="3179481"/>
                </a:lnTo>
                <a:cubicBezTo>
                  <a:pt x="1485615" y="3325450"/>
                  <a:pt x="364096" y="4539349"/>
                  <a:pt x="364096" y="6016124"/>
                </a:cubicBezTo>
                <a:lnTo>
                  <a:pt x="364096" y="6023364"/>
                </a:lnTo>
                <a:lnTo>
                  <a:pt x="1231541" y="6023364"/>
                </a:lnTo>
                <a:lnTo>
                  <a:pt x="1241636" y="5822974"/>
                </a:lnTo>
                <a:cubicBezTo>
                  <a:pt x="1336361" y="4887576"/>
                  <a:pt x="2077946" y="4138236"/>
                  <a:pt x="3012253" y="4042481"/>
                </a:cubicBezTo>
                <a:lnTo>
                  <a:pt x="3202545" y="4032784"/>
                </a:lnTo>
                <a:lnTo>
                  <a:pt x="3202545" y="4033098"/>
                </a:lnTo>
                <a:lnTo>
                  <a:pt x="3012291" y="4042794"/>
                </a:lnTo>
                <a:cubicBezTo>
                  <a:pt x="2078162" y="4138534"/>
                  <a:pt x="1336718" y="4887757"/>
                  <a:pt x="1242011" y="5823008"/>
                </a:cubicBezTo>
                <a:lnTo>
                  <a:pt x="1231918" y="6023365"/>
                </a:lnTo>
                <a:lnTo>
                  <a:pt x="3202545" y="6023365"/>
                </a:lnTo>
                <a:lnTo>
                  <a:pt x="3202545" y="6023366"/>
                </a:lnTo>
                <a:lnTo>
                  <a:pt x="0" y="6023366"/>
                </a:lnTo>
                <a:close/>
              </a:path>
            </a:pathLst>
          </a:custGeom>
          <a:solidFill>
            <a:schemeClr val="accent4"/>
          </a:solidFill>
        </p:spPr>
        <p:txBody>
          <a:bodyPr wrap="square">
            <a:noAutofit/>
          </a:bodyPr>
          <a:lstStyle>
            <a:lvl1pPr marL="0" indent="0">
              <a:buNone/>
              <a:defRPr sz="1800"/>
            </a:lvl1pPr>
          </a:lstStyle>
          <a:p>
            <a:pPr lvl="0"/>
            <a:r>
              <a:rPr lang="en-US" dirty="0"/>
              <a:t>Click to add picture</a:t>
            </a:r>
          </a:p>
        </p:txBody>
      </p:sp>
      <p:grpSp>
        <p:nvGrpSpPr>
          <p:cNvPr id="32" name="Group 31">
            <a:extLst>
              <a:ext uri="{FF2B5EF4-FFF2-40B4-BE49-F238E27FC236}">
                <a16:creationId xmlns:a16="http://schemas.microsoft.com/office/drawing/2014/main" id="{B9152F76-E42E-3D76-6BDB-2FA0D69216AD}"/>
              </a:ext>
              <a:ext uri="{C183D7F6-B498-43B3-948B-1728B52AA6E4}">
                <adec:decorative xmlns:adec="http://schemas.microsoft.com/office/drawing/2017/decorative" val="1"/>
              </a:ext>
            </a:extLst>
          </p:cNvPr>
          <p:cNvGrpSpPr/>
          <p:nvPr userDrawn="1"/>
        </p:nvGrpSpPr>
        <p:grpSpPr>
          <a:xfrm>
            <a:off x="9353550" y="4000041"/>
            <a:ext cx="2838450" cy="2857959"/>
            <a:chOff x="12797096" y="4000041"/>
            <a:chExt cx="2838450" cy="2857959"/>
          </a:xfrm>
        </p:grpSpPr>
        <p:sp>
          <p:nvSpPr>
            <p:cNvPr id="20" name="Freeform: Shape 28">
              <a:extLst>
                <a:ext uri="{FF2B5EF4-FFF2-40B4-BE49-F238E27FC236}">
                  <a16:creationId xmlns:a16="http://schemas.microsoft.com/office/drawing/2014/main" id="{ED0348C7-D83F-0AD7-2539-41219A795693}"/>
                </a:ext>
                <a:ext uri="{C183D7F6-B498-43B3-948B-1728B52AA6E4}">
                  <adec:decorative xmlns:adec="http://schemas.microsoft.com/office/drawing/2017/decorative" val="1"/>
                </a:ext>
              </a:extLst>
            </p:cNvPr>
            <p:cNvSpPr/>
            <p:nvPr userDrawn="1"/>
          </p:nvSpPr>
          <p:spPr>
            <a:xfrm rot="10800000">
              <a:off x="12797096" y="4000041"/>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21" name="Freeform: Shape 25">
              <a:extLst>
                <a:ext uri="{FF2B5EF4-FFF2-40B4-BE49-F238E27FC236}">
                  <a16:creationId xmlns:a16="http://schemas.microsoft.com/office/drawing/2014/main" id="{E911AA2D-BE77-278D-CD2E-2EB3E180F3B8}"/>
                </a:ext>
                <a:ext uri="{C183D7F6-B498-43B3-948B-1728B52AA6E4}">
                  <adec:decorative xmlns:adec="http://schemas.microsoft.com/office/drawing/2017/decorative" val="1"/>
                </a:ext>
              </a:extLst>
            </p:cNvPr>
            <p:cNvSpPr/>
            <p:nvPr userDrawn="1"/>
          </p:nvSpPr>
          <p:spPr>
            <a:xfrm rot="10800000">
              <a:off x="13664918" y="4867733"/>
              <a:ext cx="1970627" cy="1990267"/>
            </a:xfrm>
            <a:custGeom>
              <a:avLst/>
              <a:gdLst>
                <a:gd name="connsiteX0" fmla="*/ 0 w 1970627"/>
                <a:gd name="connsiteY0" fmla="*/ 0 h 1990267"/>
                <a:gd name="connsiteX1" fmla="*/ 1970627 w 1970627"/>
                <a:gd name="connsiteY1" fmla="*/ 0 h 1990267"/>
                <a:gd name="connsiteX2" fmla="*/ 1960534 w 1970627"/>
                <a:gd name="connsiteY2" fmla="*/ 200357 h 1990267"/>
                <a:gd name="connsiteX3" fmla="*/ 190254 w 1970627"/>
                <a:gd name="connsiteY3" fmla="*/ 1980571 h 1990267"/>
                <a:gd name="connsiteX4" fmla="*/ 0 w 1970627"/>
                <a:gd name="connsiteY4" fmla="*/ 1990267 h 1990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0627" h="1990267">
                  <a:moveTo>
                    <a:pt x="0" y="0"/>
                  </a:moveTo>
                  <a:lnTo>
                    <a:pt x="1970627" y="0"/>
                  </a:lnTo>
                  <a:lnTo>
                    <a:pt x="1960534" y="200357"/>
                  </a:lnTo>
                  <a:cubicBezTo>
                    <a:pt x="1865827" y="1135608"/>
                    <a:pt x="1124383" y="1884831"/>
                    <a:pt x="190254" y="1980571"/>
                  </a:cubicBezTo>
                  <a:lnTo>
                    <a:pt x="0" y="199026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2" name="Freeform: Shape 15">
              <a:extLst>
                <a:ext uri="{FF2B5EF4-FFF2-40B4-BE49-F238E27FC236}">
                  <a16:creationId xmlns:a16="http://schemas.microsoft.com/office/drawing/2014/main" id="{B6CE0BA6-C0FD-AC39-6C31-8477E0CAFDB0}"/>
                </a:ext>
                <a:ext uri="{C183D7F6-B498-43B3-948B-1728B52AA6E4}">
                  <adec:decorative xmlns:adec="http://schemas.microsoft.com/office/drawing/2017/decorative" val="1"/>
                </a:ext>
              </a:extLst>
            </p:cNvPr>
            <p:cNvSpPr/>
            <p:nvPr userDrawn="1"/>
          </p:nvSpPr>
          <p:spPr>
            <a:xfrm rot="10800000">
              <a:off x="14632096" y="5844983"/>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3" name="Image 2">
              <a:extLst>
                <a:ext uri="{FF2B5EF4-FFF2-40B4-BE49-F238E27FC236}">
                  <a16:creationId xmlns:a16="http://schemas.microsoft.com/office/drawing/2014/main" id="{666AD1A4-36DE-12F3-BB78-BA678A59572C}"/>
                </a:ext>
                <a:ext uri="{C183D7F6-B498-43B3-948B-1728B52AA6E4}">
                  <adec:decorative xmlns:adec="http://schemas.microsoft.com/office/drawing/2017/decorative" val="1"/>
                </a:ext>
              </a:extLst>
            </p:cNvPr>
            <p:cNvSpPr/>
            <p:nvPr userDrawn="1"/>
          </p:nvSpPr>
          <p:spPr>
            <a:xfrm rot="10800000">
              <a:off x="13402193" y="5492845"/>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44" name="Slide Number Placeholder 2">
            <a:extLst>
              <a:ext uri="{FF2B5EF4-FFF2-40B4-BE49-F238E27FC236}">
                <a16:creationId xmlns:a16="http://schemas.microsoft.com/office/drawing/2014/main" id="{79071EEC-EAD1-8B22-009A-68E74589AA8D}"/>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183620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mmary 2">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28259CF0-6BC5-3693-6F49-C4489C07C317}"/>
              </a:ext>
              <a:ext uri="{C183D7F6-B498-43B3-948B-1728B52AA6E4}">
                <adec:decorative xmlns:adec="http://schemas.microsoft.com/office/drawing/2017/decorative" val="1"/>
              </a:ext>
            </a:extLst>
          </p:cNvPr>
          <p:cNvSpPr/>
          <p:nvPr/>
        </p:nvSpPr>
        <p:spPr>
          <a:xfrm>
            <a:off x="8989454" y="-2546"/>
            <a:ext cx="3202546" cy="3441072"/>
          </a:xfrm>
          <a:custGeom>
            <a:avLst/>
            <a:gdLst>
              <a:gd name="connsiteX0" fmla="*/ 3202546 w 3202546"/>
              <a:gd name="connsiteY0" fmla="*/ 0 h 3441072"/>
              <a:gd name="connsiteX1" fmla="*/ 3202546 w 3202546"/>
              <a:gd name="connsiteY1" fmla="*/ 3441072 h 3441072"/>
              <a:gd name="connsiteX2" fmla="*/ 0 w 3202546"/>
              <a:gd name="connsiteY2" fmla="*/ 3441072 h 3441072"/>
              <a:gd name="connsiteX3" fmla="*/ 3082686 w 3202546"/>
              <a:gd name="connsiteY3" fmla="*/ 6086 h 3441072"/>
            </a:gdLst>
            <a:ahLst/>
            <a:cxnLst>
              <a:cxn ang="0">
                <a:pos x="connsiteX0" y="connsiteY0"/>
              </a:cxn>
              <a:cxn ang="0">
                <a:pos x="connsiteX1" y="connsiteY1"/>
              </a:cxn>
              <a:cxn ang="0">
                <a:pos x="connsiteX2" y="connsiteY2"/>
              </a:cxn>
              <a:cxn ang="0">
                <a:pos x="connsiteX3" y="connsiteY3"/>
              </a:cxn>
            </a:cxnLst>
            <a:rect l="l" t="t" r="r" b="b"/>
            <a:pathLst>
              <a:path w="3202546" h="3441072">
                <a:moveTo>
                  <a:pt x="3202546" y="0"/>
                </a:moveTo>
                <a:lnTo>
                  <a:pt x="3202546" y="3441072"/>
                </a:lnTo>
                <a:lnTo>
                  <a:pt x="0" y="3441072"/>
                </a:lnTo>
                <a:cubicBezTo>
                  <a:pt x="0" y="1653352"/>
                  <a:pt x="1351216" y="182908"/>
                  <a:pt x="3082686" y="6086"/>
                </a:cubicBezTo>
                <a:close/>
              </a:path>
            </a:pathLst>
          </a:custGeom>
          <a:solidFill>
            <a:schemeClr val="accent1"/>
          </a:solidFill>
          <a:ln w="4756" cap="flat">
            <a:noFill/>
            <a:prstDash val="solid"/>
            <a:miter/>
          </a:ln>
        </p:spPr>
        <p:txBody>
          <a:bodyPr wrap="square" rtlCol="0" anchor="ctr">
            <a:noAutofit/>
          </a:bodyPr>
          <a:lstStyle/>
          <a:p>
            <a:endParaRPr lang="en-US" dirty="0"/>
          </a:p>
        </p:txBody>
      </p:sp>
      <p:sp>
        <p:nvSpPr>
          <p:cNvPr id="26" name="Image 4">
            <a:extLst>
              <a:ext uri="{FF2B5EF4-FFF2-40B4-BE49-F238E27FC236}">
                <a16:creationId xmlns:a16="http://schemas.microsoft.com/office/drawing/2014/main" id="{9019DA73-2516-F3D2-ECDB-620C90483DB3}"/>
              </a:ext>
              <a:ext uri="{C183D7F6-B498-43B3-948B-1728B52AA6E4}">
                <adec:decorative xmlns:adec="http://schemas.microsoft.com/office/drawing/2017/decorative" val="1"/>
              </a:ext>
            </a:extLst>
          </p:cNvPr>
          <p:cNvSpPr/>
          <p:nvPr/>
        </p:nvSpPr>
        <p:spPr>
          <a:xfrm flipV="1">
            <a:off x="9991725" y="1247775"/>
            <a:ext cx="2200275" cy="2181225"/>
          </a:xfrm>
          <a:custGeom>
            <a:avLst/>
            <a:gdLst>
              <a:gd name="connsiteX0" fmla="*/ 0 w 2200275"/>
              <a:gd name="connsiteY0" fmla="*/ 0 h 2181225"/>
              <a:gd name="connsiteX1" fmla="*/ 2200275 w 2200275"/>
              <a:gd name="connsiteY1" fmla="*/ 2181225 h 2181225"/>
              <a:gd name="connsiteX2" fmla="*/ 2200275 w 2200275"/>
              <a:gd name="connsiteY2" fmla="*/ 0 h 2181225"/>
              <a:gd name="connsiteX3" fmla="*/ 0 w 2200275"/>
              <a:gd name="connsiteY3" fmla="*/ 0 h 2181225"/>
            </a:gdLst>
            <a:ahLst/>
            <a:cxnLst>
              <a:cxn ang="0">
                <a:pos x="connsiteX0" y="connsiteY0"/>
              </a:cxn>
              <a:cxn ang="0">
                <a:pos x="connsiteX1" y="connsiteY1"/>
              </a:cxn>
              <a:cxn ang="0">
                <a:pos x="connsiteX2" y="connsiteY2"/>
              </a:cxn>
              <a:cxn ang="0">
                <a:pos x="connsiteX3" y="connsiteY3"/>
              </a:cxn>
            </a:cxnLst>
            <a:rect l="l" t="t" r="r" b="b"/>
            <a:pathLst>
              <a:path w="2200275" h="2181225">
                <a:moveTo>
                  <a:pt x="0" y="0"/>
                </a:moveTo>
                <a:cubicBezTo>
                  <a:pt x="0" y="1204689"/>
                  <a:pt x="985061" y="2181225"/>
                  <a:pt x="2200275" y="2181225"/>
                </a:cubicBezTo>
                <a:lnTo>
                  <a:pt x="2200275" y="0"/>
                </a:lnTo>
                <a:lnTo>
                  <a:pt x="0" y="0"/>
                </a:lnTo>
                <a:close/>
              </a:path>
            </a:pathLst>
          </a:custGeom>
          <a:solidFill>
            <a:schemeClr val="accent4"/>
          </a:solidFill>
          <a:ln w="4763"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5665DA82-D253-8EC5-5DFB-F0266ED9FBB4}"/>
              </a:ext>
              <a:ext uri="{C183D7F6-B498-43B3-948B-1728B52AA6E4}">
                <adec:decorative xmlns:adec="http://schemas.microsoft.com/office/drawing/2017/decorative" val="1"/>
              </a:ext>
            </a:extLst>
          </p:cNvPr>
          <p:cNvSpPr/>
          <p:nvPr/>
        </p:nvSpPr>
        <p:spPr>
          <a:xfrm flipV="1">
            <a:off x="-20086" y="5331514"/>
            <a:ext cx="2148416" cy="1526486"/>
          </a:xfrm>
          <a:custGeom>
            <a:avLst/>
            <a:gdLst>
              <a:gd name="connsiteX0" fmla="*/ 0 w 2148416"/>
              <a:gd name="connsiteY0" fmla="*/ 1526486 h 1526486"/>
              <a:gd name="connsiteX1" fmla="*/ 2098930 w 2148416"/>
              <a:gd name="connsiteY1" fmla="*/ 135201 h 1526486"/>
              <a:gd name="connsiteX2" fmla="*/ 2148416 w 2148416"/>
              <a:gd name="connsiteY2" fmla="*/ 0 h 1526486"/>
              <a:gd name="connsiteX3" fmla="*/ 0 w 2148416"/>
              <a:gd name="connsiteY3" fmla="*/ 0 h 1526486"/>
            </a:gdLst>
            <a:ahLst/>
            <a:cxnLst>
              <a:cxn ang="0">
                <a:pos x="connsiteX0" y="connsiteY0"/>
              </a:cxn>
              <a:cxn ang="0">
                <a:pos x="connsiteX1" y="connsiteY1"/>
              </a:cxn>
              <a:cxn ang="0">
                <a:pos x="connsiteX2" y="connsiteY2"/>
              </a:cxn>
              <a:cxn ang="0">
                <a:pos x="connsiteX3" y="connsiteY3"/>
              </a:cxn>
            </a:cxnLst>
            <a:rect l="l" t="t" r="r" b="b"/>
            <a:pathLst>
              <a:path w="2148416" h="1526486">
                <a:moveTo>
                  <a:pt x="0" y="1526486"/>
                </a:moveTo>
                <a:cubicBezTo>
                  <a:pt x="943526" y="1526486"/>
                  <a:pt x="1753109" y="952785"/>
                  <a:pt x="2098930" y="135201"/>
                </a:cubicBezTo>
                <a:lnTo>
                  <a:pt x="2148416" y="0"/>
                </a:lnTo>
                <a:lnTo>
                  <a:pt x="0" y="0"/>
                </a:lnTo>
                <a:close/>
              </a:path>
            </a:pathLst>
          </a:custGeom>
          <a:solidFill>
            <a:schemeClr val="accent4">
              <a:alpha val="50000"/>
            </a:schemeClr>
          </a:solidFill>
          <a:ln w="5083" cap="flat">
            <a:noFill/>
            <a:prstDash val="solid"/>
            <a:miter/>
          </a:ln>
        </p:spPr>
        <p:txBody>
          <a:bodyPr wrap="square" rtlCol="0" anchor="ctr">
            <a:noAutofit/>
          </a:bodyPr>
          <a:lstStyle/>
          <a:p>
            <a:endParaRPr lang="en-US" dirty="0"/>
          </a:p>
        </p:txBody>
      </p:sp>
      <p:pic>
        <p:nvPicPr>
          <p:cNvPr id="21" name="Image 2">
            <a:extLst>
              <a:ext uri="{FF2B5EF4-FFF2-40B4-BE49-F238E27FC236}">
                <a16:creationId xmlns:a16="http://schemas.microsoft.com/office/drawing/2014/main" id="{A8B7F1F1-806C-8D65-7340-220A0C4653C8}"/>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rot="5400000">
            <a:off x="9991886" y="1247775"/>
            <a:ext cx="2200114" cy="2200114"/>
          </a:xfrm>
          <a:prstGeom prst="rect">
            <a:avLst/>
          </a:prstGeom>
        </p:spPr>
      </p:pic>
      <p:sp>
        <p:nvSpPr>
          <p:cNvPr id="12" name="Freeform 11">
            <a:extLst>
              <a:ext uri="{FF2B5EF4-FFF2-40B4-BE49-F238E27FC236}">
                <a16:creationId xmlns:a16="http://schemas.microsoft.com/office/drawing/2014/main" id="{E76518D4-6149-BA03-3BE5-6A13A792C115}"/>
              </a:ext>
              <a:ext uri="{C183D7F6-B498-43B3-948B-1728B52AA6E4}">
                <adec:decorative xmlns:adec="http://schemas.microsoft.com/office/drawing/2017/decorative" val="1"/>
              </a:ext>
            </a:extLst>
          </p:cNvPr>
          <p:cNvSpPr/>
          <p:nvPr/>
        </p:nvSpPr>
        <p:spPr>
          <a:xfrm>
            <a:off x="1540428" y="6470488"/>
            <a:ext cx="775021" cy="387513"/>
          </a:xfrm>
          <a:custGeom>
            <a:avLst/>
            <a:gdLst>
              <a:gd name="connsiteX0" fmla="*/ 387511 w 775021"/>
              <a:gd name="connsiteY0" fmla="*/ 0 h 387513"/>
              <a:gd name="connsiteX1" fmla="*/ 775021 w 775021"/>
              <a:gd name="connsiteY1" fmla="*/ 387511 h 387513"/>
              <a:gd name="connsiteX2" fmla="*/ 775021 w 775021"/>
              <a:gd name="connsiteY2" fmla="*/ 387513 h 387513"/>
              <a:gd name="connsiteX3" fmla="*/ 1 w 775021"/>
              <a:gd name="connsiteY3" fmla="*/ 387513 h 387513"/>
              <a:gd name="connsiteX4" fmla="*/ 0 w 775021"/>
              <a:gd name="connsiteY4" fmla="*/ 387511 h 387513"/>
              <a:gd name="connsiteX5" fmla="*/ 387511 w 775021"/>
              <a:gd name="connsiteY5" fmla="*/ 0 h 387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5021" h="387513">
                <a:moveTo>
                  <a:pt x="387511" y="0"/>
                </a:moveTo>
                <a:cubicBezTo>
                  <a:pt x="601527" y="0"/>
                  <a:pt x="775021" y="173494"/>
                  <a:pt x="775021" y="387511"/>
                </a:cubicBezTo>
                <a:lnTo>
                  <a:pt x="775021" y="387513"/>
                </a:lnTo>
                <a:lnTo>
                  <a:pt x="1" y="387513"/>
                </a:lnTo>
                <a:lnTo>
                  <a:pt x="0" y="387511"/>
                </a:lnTo>
                <a:cubicBezTo>
                  <a:pt x="0" y="173494"/>
                  <a:pt x="173494" y="0"/>
                  <a:pt x="387511" y="0"/>
                </a:cubicBezTo>
                <a:close/>
              </a:path>
            </a:pathLst>
          </a:custGeom>
          <a:solidFill>
            <a:schemeClr val="accent6"/>
          </a:solidFill>
          <a:ln w="3801" cap="flat">
            <a:noFill/>
            <a:prstDash val="solid"/>
            <a:miter/>
          </a:ln>
        </p:spPr>
        <p:txBody>
          <a:bodyPr wrap="square" rtlCol="0" anchor="ctr">
            <a:noAutofit/>
          </a:bodyPr>
          <a:lstStyle/>
          <a:p>
            <a:endParaRPr lang="en-US" dirty="0"/>
          </a:p>
        </p:txBody>
      </p:sp>
      <p:sp>
        <p:nvSpPr>
          <p:cNvPr id="2" name="Title 1"/>
          <p:cNvSpPr>
            <a:spLocks noGrp="1"/>
          </p:cNvSpPr>
          <p:nvPr>
            <p:ph type="title"/>
          </p:nvPr>
        </p:nvSpPr>
        <p:spPr>
          <a:xfrm>
            <a:off x="914400" y="1057274"/>
            <a:ext cx="7843837" cy="1012782"/>
          </a:xfrm>
        </p:spPr>
        <p:txBody>
          <a:bodyPr tIns="0" bIns="0">
            <a:noAutofit/>
          </a:bodyPr>
          <a:lstStyle>
            <a:lvl1pPr algn="l">
              <a:lnSpc>
                <a:spcPct val="100000"/>
              </a:lnSpc>
              <a:defRPr sz="3600" b="1"/>
            </a:lvl1pPr>
          </a:lstStyle>
          <a:p>
            <a:r>
              <a:rPr lang="en-US"/>
              <a:t>Click to edit Master title style</a:t>
            </a:r>
            <a:endParaRPr lang="en-US" dirty="0"/>
          </a:p>
        </p:txBody>
      </p:sp>
      <p:sp>
        <p:nvSpPr>
          <p:cNvPr id="30" name="Content Placeholder 2">
            <a:extLst>
              <a:ext uri="{FF2B5EF4-FFF2-40B4-BE49-F238E27FC236}">
                <a16:creationId xmlns:a16="http://schemas.microsoft.com/office/drawing/2014/main" id="{58F56A7F-403C-059D-4B58-A8D59888A158}"/>
              </a:ext>
            </a:extLst>
          </p:cNvPr>
          <p:cNvSpPr>
            <a:spLocks noGrp="1"/>
          </p:cNvSpPr>
          <p:nvPr>
            <p:ph idx="13" hasCustomPrompt="1"/>
          </p:nvPr>
        </p:nvSpPr>
        <p:spPr>
          <a:xfrm>
            <a:off x="914400" y="2331791"/>
            <a:ext cx="6903076" cy="3721817"/>
          </a:xfrm>
        </p:spPr>
        <p:txBody>
          <a:bodyPr tIns="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10" name="Picture Placeholder 9">
            <a:extLst>
              <a:ext uri="{FF2B5EF4-FFF2-40B4-BE49-F238E27FC236}">
                <a16:creationId xmlns:a16="http://schemas.microsoft.com/office/drawing/2014/main" id="{0723BF40-731C-2A5B-FC2F-B59DEF431C66}"/>
              </a:ext>
            </a:extLst>
          </p:cNvPr>
          <p:cNvSpPr>
            <a:spLocks noGrp="1"/>
          </p:cNvSpPr>
          <p:nvPr>
            <p:ph type="pic" sz="quarter" idx="14"/>
          </p:nvPr>
        </p:nvSpPr>
        <p:spPr>
          <a:xfrm>
            <a:off x="8989454" y="3405189"/>
            <a:ext cx="3202546" cy="3452811"/>
          </a:xfrm>
          <a:solidFill>
            <a:schemeClr val="accent1"/>
          </a:solidFill>
        </p:spPr>
        <p:txBody>
          <a:bodyPr>
            <a:normAutofit/>
          </a:bodyPr>
          <a:lstStyle>
            <a:lvl1pPr marL="0" indent="0">
              <a:buNone/>
              <a:defRPr sz="1800"/>
            </a:lvl1pPr>
          </a:lstStyle>
          <a:p>
            <a:r>
              <a:rPr lang="en-US"/>
              <a:t>Click icon to add picture</a:t>
            </a:r>
            <a:endParaRPr lang="en-US" dirty="0"/>
          </a:p>
        </p:txBody>
      </p:sp>
      <p:sp>
        <p:nvSpPr>
          <p:cNvPr id="20" name="Slide Number Placeholder 2">
            <a:extLst>
              <a:ext uri="{FF2B5EF4-FFF2-40B4-BE49-F238E27FC236}">
                <a16:creationId xmlns:a16="http://schemas.microsoft.com/office/drawing/2014/main" id="{3ACD3A33-D8A4-7058-9798-30967E3EFD39}"/>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71045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meline 3">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D014917C-8694-B4A4-A211-0F31F00E247E}"/>
              </a:ext>
              <a:ext uri="{C183D7F6-B498-43B3-948B-1728B52AA6E4}">
                <adec:decorative xmlns:adec="http://schemas.microsoft.com/office/drawing/2017/decorative" val="1"/>
              </a:ext>
            </a:extLst>
          </p:cNvPr>
          <p:cNvSpPr/>
          <p:nvPr userDrawn="1"/>
        </p:nvSpPr>
        <p:spPr>
          <a:xfrm>
            <a:off x="1" y="0"/>
            <a:ext cx="1550562" cy="2545382"/>
          </a:xfrm>
          <a:custGeom>
            <a:avLst/>
            <a:gdLst>
              <a:gd name="connsiteX0" fmla="*/ 683117 w 1550562"/>
              <a:gd name="connsiteY0" fmla="*/ 0 h 2545382"/>
              <a:gd name="connsiteX1" fmla="*/ 1550562 w 1550562"/>
              <a:gd name="connsiteY1" fmla="*/ 0 h 2545382"/>
              <a:gd name="connsiteX2" fmla="*/ 1550562 w 1550562"/>
              <a:gd name="connsiteY2" fmla="*/ 7240 h 2545382"/>
              <a:gd name="connsiteX3" fmla="*/ 221868 w 1550562"/>
              <a:gd name="connsiteY3" fmla="*/ 2418735 h 2545382"/>
              <a:gd name="connsiteX4" fmla="*/ 0 w 1550562"/>
              <a:gd name="connsiteY4" fmla="*/ 2545382 h 2545382"/>
              <a:gd name="connsiteX5" fmla="*/ 0 w 1550562"/>
              <a:gd name="connsiteY5" fmla="*/ 1500516 h 2545382"/>
              <a:gd name="connsiteX6" fmla="*/ 102557 w 1550562"/>
              <a:gd name="connsiteY6" fmla="*/ 1405503 h 2545382"/>
              <a:gd name="connsiteX7" fmla="*/ 673022 w 1550562"/>
              <a:gd name="connsiteY7" fmla="*/ 200390 h 2545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50562" h="2545382">
                <a:moveTo>
                  <a:pt x="683117" y="0"/>
                </a:moveTo>
                <a:lnTo>
                  <a:pt x="1550562" y="0"/>
                </a:lnTo>
                <a:lnTo>
                  <a:pt x="1550562" y="7240"/>
                </a:lnTo>
                <a:cubicBezTo>
                  <a:pt x="1550562" y="1022523"/>
                  <a:pt x="1020469" y="1913556"/>
                  <a:pt x="221868" y="2418735"/>
                </a:cubicBezTo>
                <a:lnTo>
                  <a:pt x="0" y="2545382"/>
                </a:lnTo>
                <a:lnTo>
                  <a:pt x="0" y="1500516"/>
                </a:lnTo>
                <a:lnTo>
                  <a:pt x="102557" y="1405503"/>
                </a:lnTo>
                <a:cubicBezTo>
                  <a:pt x="416582" y="1089274"/>
                  <a:pt x="625660" y="668089"/>
                  <a:pt x="673022"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0" name="Freeform 9">
            <a:extLst>
              <a:ext uri="{FF2B5EF4-FFF2-40B4-BE49-F238E27FC236}">
                <a16:creationId xmlns:a16="http://schemas.microsoft.com/office/drawing/2014/main" id="{A7DB6972-BB75-254A-BA88-C0C3E6E93BDB}"/>
              </a:ext>
              <a:ext uri="{C183D7F6-B498-43B3-948B-1728B52AA6E4}">
                <adec:decorative xmlns:adec="http://schemas.microsoft.com/office/drawing/2017/decorative" val="1"/>
              </a:ext>
            </a:extLst>
          </p:cNvPr>
          <p:cNvSpPr/>
          <p:nvPr userDrawn="1"/>
        </p:nvSpPr>
        <p:spPr>
          <a:xfrm>
            <a:off x="1" y="-1"/>
            <a:ext cx="682740" cy="1500050"/>
          </a:xfrm>
          <a:custGeom>
            <a:avLst/>
            <a:gdLst>
              <a:gd name="connsiteX0" fmla="*/ 0 w 682740"/>
              <a:gd name="connsiteY0" fmla="*/ 0 h 1500050"/>
              <a:gd name="connsiteX1" fmla="*/ 682740 w 682740"/>
              <a:gd name="connsiteY1" fmla="*/ 0 h 1500050"/>
              <a:gd name="connsiteX2" fmla="*/ 672647 w 682740"/>
              <a:gd name="connsiteY2" fmla="*/ 200357 h 1500050"/>
              <a:gd name="connsiteX3" fmla="*/ 102290 w 682740"/>
              <a:gd name="connsiteY3" fmla="*/ 1405281 h 1500050"/>
              <a:gd name="connsiteX4" fmla="*/ 0 w 682740"/>
              <a:gd name="connsiteY4" fmla="*/ 1500050 h 1500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2740" h="1500050">
                <a:moveTo>
                  <a:pt x="0" y="0"/>
                </a:moveTo>
                <a:lnTo>
                  <a:pt x="682740" y="0"/>
                </a:lnTo>
                <a:lnTo>
                  <a:pt x="672647" y="200357"/>
                </a:lnTo>
                <a:cubicBezTo>
                  <a:pt x="625294" y="667983"/>
                  <a:pt x="416256" y="1089101"/>
                  <a:pt x="102290" y="1405281"/>
                </a:cubicBezTo>
                <a:lnTo>
                  <a:pt x="0" y="150005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0" name="Image 2">
            <a:extLst>
              <a:ext uri="{FF2B5EF4-FFF2-40B4-BE49-F238E27FC236}">
                <a16:creationId xmlns:a16="http://schemas.microsoft.com/office/drawing/2014/main" id="{790E862E-398F-571C-EC2C-3D17164DE059}"/>
              </a:ext>
              <a:ext uri="{C183D7F6-B498-43B3-948B-1728B52AA6E4}">
                <adec:decorative xmlns:adec="http://schemas.microsoft.com/office/drawing/2017/decorative" val="1"/>
              </a:ext>
            </a:extLst>
          </p:cNvPr>
          <p:cNvSpPr/>
          <p:nvPr/>
        </p:nvSpPr>
        <p:spPr>
          <a:xfrm>
            <a:off x="170445" y="314191"/>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
        <p:nvSpPr>
          <p:cNvPr id="6" name="Title 1">
            <a:extLst>
              <a:ext uri="{FF2B5EF4-FFF2-40B4-BE49-F238E27FC236}">
                <a16:creationId xmlns:a16="http://schemas.microsoft.com/office/drawing/2014/main" id="{1C975BF2-D657-C309-269D-B8D006263130}"/>
              </a:ext>
            </a:extLst>
          </p:cNvPr>
          <p:cNvSpPr>
            <a:spLocks noGrp="1"/>
          </p:cNvSpPr>
          <p:nvPr>
            <p:ph type="title" hasCustomPrompt="1"/>
          </p:nvPr>
        </p:nvSpPr>
        <p:spPr>
          <a:xfrm>
            <a:off x="1550563" y="1089213"/>
            <a:ext cx="9879437" cy="980844"/>
          </a:xfrm>
        </p:spPr>
        <p:txBody>
          <a:bodyPr tIns="0" bIns="0"/>
          <a:lstStyle>
            <a:lvl1pPr algn="l">
              <a:lnSpc>
                <a:spcPct val="100000"/>
              </a:lnSpc>
              <a:defRPr sz="3600">
                <a:solidFill>
                  <a:schemeClr val="accent6"/>
                </a:solidFill>
              </a:defRPr>
            </a:lvl1pPr>
          </a:lstStyle>
          <a:p>
            <a:r>
              <a:rPr lang="en-US" dirty="0"/>
              <a:t>Click to add title</a:t>
            </a:r>
          </a:p>
        </p:txBody>
      </p:sp>
      <p:sp>
        <p:nvSpPr>
          <p:cNvPr id="4" name="Text Placeholder 54">
            <a:extLst>
              <a:ext uri="{FF2B5EF4-FFF2-40B4-BE49-F238E27FC236}">
                <a16:creationId xmlns:a16="http://schemas.microsoft.com/office/drawing/2014/main" id="{A0AEB4DF-13C8-8171-2BDB-FD1AD542E783}"/>
              </a:ext>
            </a:extLst>
          </p:cNvPr>
          <p:cNvSpPr>
            <a:spLocks noGrp="1"/>
          </p:cNvSpPr>
          <p:nvPr>
            <p:ph type="body" sz="quarter" idx="13" hasCustomPrompt="1"/>
          </p:nvPr>
        </p:nvSpPr>
        <p:spPr>
          <a:xfrm>
            <a:off x="1550564" y="2331958"/>
            <a:ext cx="2975217" cy="3704266"/>
          </a:xfrm>
        </p:spPr>
        <p:txBody>
          <a:bodyPr lIns="91440" tIns="0" rIns="91440" bIns="0" anchor="t" anchorCtr="0">
            <a:noAutofit/>
          </a:bodyPr>
          <a:lstStyle>
            <a:lvl1pPr marL="0" indent="0">
              <a:lnSpc>
                <a:spcPct val="100000"/>
              </a:lnSpc>
              <a:spcBef>
                <a:spcPts val="0"/>
              </a:spcBef>
              <a:spcAft>
                <a:spcPts val="1200"/>
              </a:spcAft>
              <a:buFont typeface="Arial" panose="020B0604020202020204" pitchFamily="34" charset="0"/>
              <a:buNone/>
              <a:defRPr sz="1800"/>
            </a:lvl1pPr>
          </a:lstStyle>
          <a:p>
            <a:r>
              <a:rPr lang="en-US" dirty="0"/>
              <a:t>Click to add subtitle</a:t>
            </a:r>
          </a:p>
        </p:txBody>
      </p:sp>
      <p:sp>
        <p:nvSpPr>
          <p:cNvPr id="9" name="Content Placeholder 2">
            <a:extLst>
              <a:ext uri="{FF2B5EF4-FFF2-40B4-BE49-F238E27FC236}">
                <a16:creationId xmlns:a16="http://schemas.microsoft.com/office/drawing/2014/main" id="{42134EBA-AF32-9F8A-370F-0D3E842F0397}"/>
              </a:ext>
            </a:extLst>
          </p:cNvPr>
          <p:cNvSpPr>
            <a:spLocks noGrp="1"/>
          </p:cNvSpPr>
          <p:nvPr>
            <p:ph sz="half" idx="1" hasCustomPrompt="1"/>
          </p:nvPr>
        </p:nvSpPr>
        <p:spPr>
          <a:xfrm>
            <a:off x="5087154" y="2331791"/>
            <a:ext cx="6345893" cy="3721817"/>
          </a:xfrm>
        </p:spPr>
        <p:txBody>
          <a:bodyPr lIns="91440" rIns="91440">
            <a:normAutofit/>
          </a:bodyPr>
          <a:lstStyle>
            <a:lvl1pPr>
              <a:defRPr sz="1800"/>
            </a:lvl1pPr>
            <a:lvl2pPr>
              <a:defRPr sz="1800"/>
            </a:lvl2pPr>
            <a:lvl3pPr>
              <a:defRPr sz="1800"/>
            </a:lvl3pPr>
            <a:lvl4pPr>
              <a:defRPr sz="1800"/>
            </a:lvl4pPr>
            <a:lvl5pPr>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Slide Number Placeholder 2">
            <a:extLst>
              <a:ext uri="{FF2B5EF4-FFF2-40B4-BE49-F238E27FC236}">
                <a16:creationId xmlns:a16="http://schemas.microsoft.com/office/drawing/2014/main" id="{AE99A73D-155B-A133-9671-506F54A0559A}"/>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3958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ummary 3">
    <p:spTree>
      <p:nvGrpSpPr>
        <p:cNvPr id="1" name=""/>
        <p:cNvGrpSpPr/>
        <p:nvPr/>
      </p:nvGrpSpPr>
      <p:grpSpPr>
        <a:xfrm>
          <a:off x="0" y="0"/>
          <a:ext cx="0" cy="0"/>
          <a:chOff x="0" y="0"/>
          <a:chExt cx="0" cy="0"/>
        </a:xfrm>
      </p:grpSpPr>
      <p:pic>
        <p:nvPicPr>
          <p:cNvPr id="29" name="Graphic 28">
            <a:extLst>
              <a:ext uri="{FF2B5EF4-FFF2-40B4-BE49-F238E27FC236}">
                <a16:creationId xmlns:a16="http://schemas.microsoft.com/office/drawing/2014/main" id="{D5595DD5-43B0-252F-8BC6-6B74340C5BCF}"/>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t="7193"/>
          <a:stretch/>
        </p:blipFill>
        <p:spPr>
          <a:xfrm>
            <a:off x="1" y="-1"/>
            <a:ext cx="443344" cy="6856025"/>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sp>
        <p:nvSpPr>
          <p:cNvPr id="2" name="Title 1"/>
          <p:cNvSpPr>
            <a:spLocks noGrp="1"/>
          </p:cNvSpPr>
          <p:nvPr>
            <p:ph type="title" hasCustomPrompt="1"/>
          </p:nvPr>
        </p:nvSpPr>
        <p:spPr>
          <a:xfrm>
            <a:off x="1550564" y="1057274"/>
            <a:ext cx="9875463" cy="999746"/>
          </a:xfrm>
        </p:spPr>
        <p:txBody>
          <a:bodyPr tIns="0" bIns="0">
            <a:noAutofit/>
          </a:bodyPr>
          <a:lstStyle>
            <a:lvl1pPr algn="l">
              <a:lnSpc>
                <a:spcPct val="100000"/>
              </a:lnSpc>
              <a:defRPr sz="3600" b="1"/>
            </a:lvl1pPr>
          </a:lstStyle>
          <a:p>
            <a:r>
              <a:rPr lang="en-US" dirty="0"/>
              <a:t>Click to add title</a:t>
            </a:r>
          </a:p>
        </p:txBody>
      </p:sp>
      <p:sp>
        <p:nvSpPr>
          <p:cNvPr id="49" name="Freeform 48">
            <a:extLst>
              <a:ext uri="{FF2B5EF4-FFF2-40B4-BE49-F238E27FC236}">
                <a16:creationId xmlns:a16="http://schemas.microsoft.com/office/drawing/2014/main" id="{BC3A3767-6C5E-8188-0A49-955BBACE37F0}"/>
              </a:ext>
              <a:ext uri="{C183D7F6-B498-43B3-948B-1728B52AA6E4}">
                <adec:decorative xmlns:adec="http://schemas.microsoft.com/office/drawing/2017/decorative" val="1"/>
              </a:ext>
            </a:extLst>
          </p:cNvPr>
          <p:cNvSpPr/>
          <p:nvPr userDrawn="1"/>
        </p:nvSpPr>
        <p:spPr>
          <a:xfrm flipH="1" flipV="1">
            <a:off x="-3" y="4420134"/>
            <a:ext cx="1293237" cy="2437866"/>
          </a:xfrm>
          <a:custGeom>
            <a:avLst/>
            <a:gdLst>
              <a:gd name="connsiteX0" fmla="*/ 1293237 w 1293237"/>
              <a:gd name="connsiteY0" fmla="*/ 2437866 h 2437866"/>
              <a:gd name="connsiteX1" fmla="*/ 1292465 w 1293237"/>
              <a:gd name="connsiteY1" fmla="*/ 2437373 h 2437866"/>
              <a:gd name="connsiteX2" fmla="*/ 0 w 1293237"/>
              <a:gd name="connsiteY2" fmla="*/ 0 h 2437866"/>
              <a:gd name="connsiteX3" fmla="*/ 1293237 w 1293237"/>
              <a:gd name="connsiteY3" fmla="*/ 0 h 2437866"/>
            </a:gdLst>
            <a:ahLst/>
            <a:cxnLst>
              <a:cxn ang="0">
                <a:pos x="connsiteX0" y="connsiteY0"/>
              </a:cxn>
              <a:cxn ang="0">
                <a:pos x="connsiteX1" y="connsiteY1"/>
              </a:cxn>
              <a:cxn ang="0">
                <a:pos x="connsiteX2" y="connsiteY2"/>
              </a:cxn>
              <a:cxn ang="0">
                <a:pos x="connsiteX3" y="connsiteY3"/>
              </a:cxn>
            </a:cxnLst>
            <a:rect l="l" t="t" r="r" b="b"/>
            <a:pathLst>
              <a:path w="1293237" h="2437866">
                <a:moveTo>
                  <a:pt x="1293237" y="2437866"/>
                </a:moveTo>
                <a:lnTo>
                  <a:pt x="1292465" y="2437373"/>
                </a:lnTo>
                <a:cubicBezTo>
                  <a:pt x="511725" y="1903845"/>
                  <a:pt x="0" y="1011184"/>
                  <a:pt x="0" y="0"/>
                </a:cubicBezTo>
                <a:lnTo>
                  <a:pt x="1293237" y="0"/>
                </a:lnTo>
                <a:close/>
              </a:path>
            </a:pathLst>
          </a:custGeom>
          <a:solidFill>
            <a:schemeClr val="accent1"/>
          </a:solidFill>
          <a:ln w="4763" cap="flat">
            <a:noFill/>
            <a:prstDash val="solid"/>
            <a:miter/>
          </a:ln>
        </p:spPr>
        <p:txBody>
          <a:bodyPr wrap="square" rtlCol="0" anchor="ctr">
            <a:noAutofit/>
          </a:bodyPr>
          <a:lstStyle/>
          <a:p>
            <a:endParaRPr lang="en-US" dirty="0"/>
          </a:p>
        </p:txBody>
      </p:sp>
      <p:sp>
        <p:nvSpPr>
          <p:cNvPr id="16" name="Content Placeholder 3">
            <a:extLst>
              <a:ext uri="{FF2B5EF4-FFF2-40B4-BE49-F238E27FC236}">
                <a16:creationId xmlns:a16="http://schemas.microsoft.com/office/drawing/2014/main" id="{E4BD7F71-D12B-4F27-1505-FF681CF55F73}"/>
              </a:ext>
            </a:extLst>
          </p:cNvPr>
          <p:cNvSpPr>
            <a:spLocks noGrp="1"/>
          </p:cNvSpPr>
          <p:nvPr>
            <p:ph sz="half" idx="2" hasCustomPrompt="1"/>
          </p:nvPr>
        </p:nvSpPr>
        <p:spPr>
          <a:xfrm>
            <a:off x="1550564" y="2303028"/>
            <a:ext cx="5829147"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FB87C65D-4EF3-18C8-18A8-477F87A37E51}"/>
              </a:ext>
            </a:extLst>
          </p:cNvPr>
          <p:cNvSpPr>
            <a:spLocks noGrp="1"/>
          </p:cNvSpPr>
          <p:nvPr>
            <p:ph sz="half" idx="15" hasCustomPrompt="1"/>
          </p:nvPr>
        </p:nvSpPr>
        <p:spPr>
          <a:xfrm>
            <a:off x="7940842" y="2303028"/>
            <a:ext cx="3485184"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7" name="Slide Number Placeholder 2">
            <a:extLst>
              <a:ext uri="{FF2B5EF4-FFF2-40B4-BE49-F238E27FC236}">
                <a16:creationId xmlns:a16="http://schemas.microsoft.com/office/drawing/2014/main" id="{AEFFA34C-885D-E995-D8F9-B4ACFBF3110D}"/>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pic>
        <p:nvPicPr>
          <p:cNvPr id="43" name="Graphic 42">
            <a:extLst>
              <a:ext uri="{FF2B5EF4-FFF2-40B4-BE49-F238E27FC236}">
                <a16:creationId xmlns:a16="http://schemas.microsoft.com/office/drawing/2014/main" id="{C6639AD7-128F-B39D-B45F-0F22A2C6D68B}"/>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t="7193"/>
          <a:stretch/>
        </p:blipFill>
        <p:spPr>
          <a:xfrm rot="5400000">
            <a:off x="6072641" y="-5676015"/>
            <a:ext cx="443344" cy="11795374"/>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pic>
        <p:nvPicPr>
          <p:cNvPr id="54" name="Graphic 53">
            <a:extLst>
              <a:ext uri="{FF2B5EF4-FFF2-40B4-BE49-F238E27FC236}">
                <a16:creationId xmlns:a16="http://schemas.microsoft.com/office/drawing/2014/main" id="{48479A23-C29C-C711-510C-05B69B882268}"/>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11443" r="10857"/>
          <a:stretch/>
        </p:blipFill>
        <p:spPr>
          <a:xfrm rot="16200000">
            <a:off x="-6447" y="6444"/>
            <a:ext cx="1961253" cy="1948364"/>
          </a:xfrm>
          <a:custGeom>
            <a:avLst/>
            <a:gdLst>
              <a:gd name="connsiteX0" fmla="*/ 1961253 w 1961253"/>
              <a:gd name="connsiteY0" fmla="*/ 0 h 1948364"/>
              <a:gd name="connsiteX1" fmla="*/ 1961253 w 1961253"/>
              <a:gd name="connsiteY1" fmla="*/ 1948364 h 1948364"/>
              <a:gd name="connsiteX2" fmla="*/ 0 w 1961253"/>
              <a:gd name="connsiteY2" fmla="*/ 1948364 h 1948364"/>
              <a:gd name="connsiteX3" fmla="*/ 0 w 1961253"/>
              <a:gd name="connsiteY3" fmla="*/ 0 h 1948364"/>
            </a:gdLst>
            <a:ahLst/>
            <a:cxnLst>
              <a:cxn ang="0">
                <a:pos x="connsiteX0" y="connsiteY0"/>
              </a:cxn>
              <a:cxn ang="0">
                <a:pos x="connsiteX1" y="connsiteY1"/>
              </a:cxn>
              <a:cxn ang="0">
                <a:pos x="connsiteX2" y="connsiteY2"/>
              </a:cxn>
              <a:cxn ang="0">
                <a:pos x="connsiteX3" y="connsiteY3"/>
              </a:cxn>
            </a:cxnLst>
            <a:rect l="l" t="t" r="r" b="b"/>
            <a:pathLst>
              <a:path w="1961253" h="1948364">
                <a:moveTo>
                  <a:pt x="1961253" y="0"/>
                </a:moveTo>
                <a:lnTo>
                  <a:pt x="1961253" y="1948364"/>
                </a:lnTo>
                <a:lnTo>
                  <a:pt x="0" y="1948364"/>
                </a:lnTo>
                <a:lnTo>
                  <a:pt x="0" y="0"/>
                </a:lnTo>
                <a:close/>
              </a:path>
            </a:pathLst>
          </a:custGeom>
        </p:spPr>
      </p:pic>
      <p:sp>
        <p:nvSpPr>
          <p:cNvPr id="7" name="Image 2">
            <a:extLst>
              <a:ext uri="{FF2B5EF4-FFF2-40B4-BE49-F238E27FC236}">
                <a16:creationId xmlns:a16="http://schemas.microsoft.com/office/drawing/2014/main" id="{F3DC42FA-4B8F-2EFC-CAB4-1CCAB93BEB7B}"/>
              </a:ext>
              <a:ext uri="{C183D7F6-B498-43B3-948B-1728B52AA6E4}">
                <adec:decorative xmlns:adec="http://schemas.microsoft.com/office/drawing/2017/decorative" val="1"/>
              </a:ext>
            </a:extLst>
          </p:cNvPr>
          <p:cNvSpPr/>
          <p:nvPr userDrawn="1"/>
        </p:nvSpPr>
        <p:spPr>
          <a:xfrm>
            <a:off x="396626" y="4929577"/>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Tree>
    <p:extLst>
      <p:ext uri="{BB962C8B-B14F-4D97-AF65-F5344CB8AC3E}">
        <p14:creationId xmlns:p14="http://schemas.microsoft.com/office/powerpoint/2010/main" val="25866507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0"/>
            <a:ext cx="12216063" cy="3467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1057274"/>
            <a:ext cx="10511627" cy="1012785"/>
          </a:xfrm>
        </p:spPr>
        <p:txBody>
          <a:bodyPr tIns="0" bIns="0"/>
          <a:lstStyle>
            <a:lvl1pPr algn="ctr">
              <a:lnSpc>
                <a:spcPct val="100000"/>
              </a:lnSpc>
              <a:defRPr sz="3600">
                <a:solidFill>
                  <a:schemeClr val="accent6"/>
                </a:solidFill>
              </a:defRPr>
            </a:lvl1pPr>
          </a:lstStyle>
          <a:p>
            <a:r>
              <a:rPr lang="en-US" dirty="0"/>
              <a:t>Click to add title</a:t>
            </a:r>
          </a:p>
        </p:txBody>
      </p:sp>
      <p:sp>
        <p:nvSpPr>
          <p:cNvPr id="14" name="Content Placeholder 5">
            <a:extLst>
              <a:ext uri="{FF2B5EF4-FFF2-40B4-BE49-F238E27FC236}">
                <a16:creationId xmlns:a16="http://schemas.microsoft.com/office/drawing/2014/main" id="{4D6DED8E-165F-59D7-F01C-4EF0446E5FC0}"/>
              </a:ext>
            </a:extLst>
          </p:cNvPr>
          <p:cNvSpPr>
            <a:spLocks noGrp="1"/>
          </p:cNvSpPr>
          <p:nvPr userDrawn="1">
            <p:ph sz="quarter" idx="4" hasCustomPrompt="1"/>
          </p:nvPr>
        </p:nvSpPr>
        <p:spPr>
          <a:xfrm>
            <a:off x="914400" y="2316067"/>
            <a:ext cx="10511627" cy="3948557"/>
          </a:xfrm>
        </p:spPr>
        <p:txBody>
          <a:bodyPr lIns="91440" tIns="91440" rIns="91440" bIns="9144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Slide Number Placeholder 2">
            <a:extLst>
              <a:ext uri="{FF2B5EF4-FFF2-40B4-BE49-F238E27FC236}">
                <a16:creationId xmlns:a16="http://schemas.microsoft.com/office/drawing/2014/main" id="{2933FDAB-13EE-5F9F-5DFC-A5A60BC63623}"/>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7675081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accent6"/>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AEF1F750-031C-BDB7-BD7B-9CBE17406FDB}"/>
              </a:ext>
              <a:ext uri="{C183D7F6-B498-43B3-948B-1728B52AA6E4}">
                <adec:decorative xmlns:adec="http://schemas.microsoft.com/office/drawing/2017/decorative" val="1"/>
              </a:ext>
            </a:extLst>
          </p:cNvPr>
          <p:cNvSpPr/>
          <p:nvPr userDrawn="1"/>
        </p:nvSpPr>
        <p:spPr>
          <a:xfrm>
            <a:off x="0" y="0"/>
            <a:ext cx="8948738" cy="6858000"/>
          </a:xfrm>
          <a:custGeom>
            <a:avLst/>
            <a:gdLst>
              <a:gd name="connsiteX0" fmla="*/ 0 w 8948738"/>
              <a:gd name="connsiteY0" fmla="*/ 0 h 6858000"/>
              <a:gd name="connsiteX1" fmla="*/ 5932941 w 8948738"/>
              <a:gd name="connsiteY1" fmla="*/ 0 h 6858000"/>
              <a:gd name="connsiteX2" fmla="*/ 6047310 w 8948738"/>
              <a:gd name="connsiteY2" fmla="*/ 14613 h 6858000"/>
              <a:gd name="connsiteX3" fmla="*/ 8948738 w 8948738"/>
              <a:gd name="connsiteY3" fmla="*/ 3416480 h 6858000"/>
              <a:gd name="connsiteX4" fmla="*/ 5702202 w 8948738"/>
              <a:gd name="connsiteY4" fmla="*/ 6853523 h 6858000"/>
              <a:gd name="connsiteX5" fmla="*/ 5526113 w 8948738"/>
              <a:gd name="connsiteY5" fmla="*/ 6858000 h 6858000"/>
              <a:gd name="connsiteX6" fmla="*/ 0 w 89487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8738" h="6858000">
                <a:moveTo>
                  <a:pt x="0" y="0"/>
                </a:moveTo>
                <a:lnTo>
                  <a:pt x="5932941" y="0"/>
                </a:lnTo>
                <a:lnTo>
                  <a:pt x="6047310" y="14613"/>
                </a:lnTo>
                <a:cubicBezTo>
                  <a:pt x="7690210" y="267026"/>
                  <a:pt x="8948738" y="1693971"/>
                  <a:pt x="8948738" y="3416480"/>
                </a:cubicBezTo>
                <a:cubicBezTo>
                  <a:pt x="8948738" y="5257788"/>
                  <a:pt x="7510634" y="6761349"/>
                  <a:pt x="5702202" y="6853523"/>
                </a:cubicBezTo>
                <a:lnTo>
                  <a:pt x="5526113" y="6858000"/>
                </a:lnTo>
                <a:lnTo>
                  <a:pt x="0" y="6858000"/>
                </a:lnTo>
                <a:close/>
              </a:path>
            </a:pathLst>
          </a:custGeom>
          <a:solidFill>
            <a:schemeClr val="bg1"/>
          </a:solidFill>
          <a:ln w="47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FEB515B5-2D9F-58E1-6E3C-CCBF105D891E}"/>
              </a:ext>
              <a:ext uri="{C183D7F6-B498-43B3-948B-1728B52AA6E4}">
                <adec:decorative xmlns:adec="http://schemas.microsoft.com/office/drawing/2017/decorative" val="1"/>
              </a:ext>
            </a:extLst>
          </p:cNvPr>
          <p:cNvSpPr/>
          <p:nvPr userDrawn="1"/>
        </p:nvSpPr>
        <p:spPr>
          <a:xfrm>
            <a:off x="7527501" y="0"/>
            <a:ext cx="4671276" cy="6857999"/>
          </a:xfrm>
          <a:custGeom>
            <a:avLst/>
            <a:gdLst>
              <a:gd name="connsiteX0" fmla="*/ 3416476 w 4653374"/>
              <a:gd name="connsiteY0" fmla="*/ 0 h 6831717"/>
              <a:gd name="connsiteX1" fmla="*/ 4653374 w 4653374"/>
              <a:gd name="connsiteY1" fmla="*/ 0 h 6831717"/>
              <a:gd name="connsiteX2" fmla="*/ 4653374 w 4653374"/>
              <a:gd name="connsiteY2" fmla="*/ 6831717 h 6831717"/>
              <a:gd name="connsiteX3" fmla="*/ 3416476 w 4653374"/>
              <a:gd name="connsiteY3" fmla="*/ 6831717 h 6831717"/>
              <a:gd name="connsiteX4" fmla="*/ 0 w 4653374"/>
              <a:gd name="connsiteY4" fmla="*/ 3415863 h 6831717"/>
              <a:gd name="connsiteX5" fmla="*/ 3416476 w 4653374"/>
              <a:gd name="connsiteY5" fmla="*/ 0 h 683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53374" h="6831717">
                <a:moveTo>
                  <a:pt x="3416476" y="0"/>
                </a:moveTo>
                <a:lnTo>
                  <a:pt x="4653374" y="0"/>
                </a:lnTo>
                <a:lnTo>
                  <a:pt x="4653374" y="6831717"/>
                </a:lnTo>
                <a:lnTo>
                  <a:pt x="3416476" y="6831717"/>
                </a:lnTo>
                <a:cubicBezTo>
                  <a:pt x="1529612" y="6831717"/>
                  <a:pt x="0" y="5302406"/>
                  <a:pt x="0" y="3415863"/>
                </a:cubicBezTo>
                <a:cubicBezTo>
                  <a:pt x="0" y="1529335"/>
                  <a:pt x="1529607" y="0"/>
                  <a:pt x="3416476" y="0"/>
                </a:cubicBezTo>
                <a:close/>
              </a:path>
            </a:pathLst>
          </a:custGeom>
          <a:solidFill>
            <a:schemeClr val="accent1"/>
          </a:solidFill>
          <a:ln w="4777" cap="flat">
            <a:noFill/>
            <a:prstDash val="solid"/>
            <a:miter/>
          </a:ln>
        </p:spPr>
        <p:txBody>
          <a:bodyPr rtlCol="0" anchor="ctr"/>
          <a:lstStyle/>
          <a:p>
            <a:endParaRPr lang="en-US" dirty="0"/>
          </a:p>
        </p:txBody>
      </p:sp>
      <p:pic>
        <p:nvPicPr>
          <p:cNvPr id="9" name="Image 2">
            <a:extLst>
              <a:ext uri="{FF2B5EF4-FFF2-40B4-BE49-F238E27FC236}">
                <a16:creationId xmlns:a16="http://schemas.microsoft.com/office/drawing/2014/main" id="{5CCFEDF9-5B69-87BA-8A33-35033DA4013F}"/>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8766586" y="0"/>
            <a:ext cx="3432191" cy="3432191"/>
          </a:xfrm>
          <a:prstGeom prst="rect">
            <a:avLst/>
          </a:prstGeom>
        </p:spPr>
      </p:pic>
      <p:sp>
        <p:nvSpPr>
          <p:cNvPr id="2" name="Title 1"/>
          <p:cNvSpPr>
            <a:spLocks noGrp="1"/>
          </p:cNvSpPr>
          <p:nvPr>
            <p:ph type="ctrTitle" hasCustomPrompt="1"/>
          </p:nvPr>
        </p:nvSpPr>
        <p:spPr>
          <a:xfrm>
            <a:off x="914401" y="849782"/>
            <a:ext cx="5715000" cy="2727709"/>
          </a:xfrm>
        </p:spPr>
        <p:txBody>
          <a:bodyPr tIns="0" bIns="0" anchor="b" anchorCtr="0">
            <a:noAutofit/>
          </a:bodyPr>
          <a:lstStyle>
            <a:lvl1pPr algn="l">
              <a:lnSpc>
                <a:spcPct val="100000"/>
              </a:lnSpc>
              <a:defRPr sz="3600"/>
            </a:lvl1pPr>
          </a:lstStyle>
          <a:p>
            <a:r>
              <a:rPr lang="en-US" dirty="0"/>
              <a:t>Click to add title</a:t>
            </a:r>
          </a:p>
        </p:txBody>
      </p:sp>
      <p:sp>
        <p:nvSpPr>
          <p:cNvPr id="6" name="Subtitle 2">
            <a:extLst>
              <a:ext uri="{FF2B5EF4-FFF2-40B4-BE49-F238E27FC236}">
                <a16:creationId xmlns:a16="http://schemas.microsoft.com/office/drawing/2014/main" id="{86F10CB4-CF79-A942-DA9C-04CBB7C89DC3}"/>
              </a:ext>
            </a:extLst>
          </p:cNvPr>
          <p:cNvSpPr>
            <a:spLocks noGrp="1"/>
          </p:cNvSpPr>
          <p:nvPr>
            <p:ph type="subTitle" idx="1" hasCustomPrompt="1"/>
          </p:nvPr>
        </p:nvSpPr>
        <p:spPr>
          <a:xfrm>
            <a:off x="914401" y="3813606"/>
            <a:ext cx="5715000" cy="2234642"/>
          </a:xfrm>
        </p:spPr>
        <p:txBody>
          <a:bodyPr lIns="91440" tIns="0" rIns="91440" bIns="0" anchor="t" anchorCtr="0">
            <a:normAutofit/>
          </a:bodyPr>
          <a:lstStyle>
            <a:lvl1pPr marL="0" indent="0" algn="l">
              <a:spcBef>
                <a:spcPts val="576"/>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23728988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C6B5F91-ABF5-D0B6-E43F-40CEDC3A6DF8}"/>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9" name="Freeform: Shape 8">
            <a:extLst>
              <a:ext uri="{FF2B5EF4-FFF2-40B4-BE49-F238E27FC236}">
                <a16:creationId xmlns:a16="http://schemas.microsoft.com/office/drawing/2014/main" id="{A52D64F1-27B6-A1E5-4F44-A6029FAB307B}"/>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p:txBody>
          <a:bodyPr anchor="ctr" anchorCtr="0"/>
          <a:lstStyle/>
          <a:p>
            <a:r>
              <a:rPr lang="en-US" dirty="0"/>
              <a:t>Click to add title</a:t>
            </a:r>
          </a:p>
        </p:txBody>
      </p:sp>
      <p:sp>
        <p:nvSpPr>
          <p:cNvPr id="5" name="Slide Number Placeholder 4"/>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0718684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A626DE4B-D4E5-B36A-89FA-7C0E87AFC31D}"/>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Freeform: Shape 7">
            <a:extLst>
              <a:ext uri="{FF2B5EF4-FFF2-40B4-BE49-F238E27FC236}">
                <a16:creationId xmlns:a16="http://schemas.microsoft.com/office/drawing/2014/main" id="{95243571-BE64-3777-F992-88FC43A60537}"/>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Slide Number Placeholder 3"/>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5811828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ADFAE2CB-0EAD-E788-FCB7-FB12F6939199}"/>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58952" y="758952"/>
            <a:ext cx="3932237" cy="1524662"/>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58952" y="2286000"/>
            <a:ext cx="3932237" cy="356708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Content Placeholder 2"/>
          <p:cNvSpPr>
            <a:spLocks noGrp="1"/>
          </p:cNvSpPr>
          <p:nvPr>
            <p:ph idx="1" hasCustomPrompt="1"/>
          </p:nvPr>
        </p:nvSpPr>
        <p:spPr>
          <a:xfrm>
            <a:off x="5183187" y="741459"/>
            <a:ext cx="6242839" cy="511959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450055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CAA6B609-D718-DB49-892F-7E49376CC913}"/>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60938" y="755372"/>
            <a:ext cx="3931920" cy="1527048"/>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60938" y="2286001"/>
            <a:ext cx="393192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Picture Placeholder 2"/>
          <p:cNvSpPr>
            <a:spLocks noGrp="1" noChangeAspect="1"/>
          </p:cNvSpPr>
          <p:nvPr>
            <p:ph type="pic" idx="1" hasCustomPrompt="1"/>
          </p:nvPr>
        </p:nvSpPr>
        <p:spPr>
          <a:xfrm>
            <a:off x="5262700" y="987425"/>
            <a:ext cx="6172200" cy="4873625"/>
          </a:xfrm>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to add picture</a:t>
            </a:r>
          </a:p>
        </p:txBody>
      </p:sp>
    </p:spTree>
    <p:extLst>
      <p:ext uri="{BB962C8B-B14F-4D97-AF65-F5344CB8AC3E}">
        <p14:creationId xmlns:p14="http://schemas.microsoft.com/office/powerpoint/2010/main" val="22346700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0438475" y="457199"/>
            <a:ext cx="987552" cy="244503"/>
          </a:xfrm>
          <a:prstGeom prst="rect">
            <a:avLst/>
          </a:prstGeom>
        </p:spPr>
        <p:txBody>
          <a:bodyPr vert="horz" lIns="91440" tIns="45720" rIns="0" bIns="45720" rtlCol="0" anchor="ctr"/>
          <a:lstStyle>
            <a:lvl1pPr algn="r">
              <a:defRPr sz="1200">
                <a:solidFill>
                  <a:schemeClr val="accent6"/>
                </a:solidFill>
                <a:latin typeface="+mn-lt"/>
                <a:cs typeface="Arial" panose="020B0604020202020204" pitchFamily="34" charset="0"/>
              </a:defRPr>
            </a:lvl1pPr>
          </a:lstStyle>
          <a:p>
            <a:fld id="{48F63A3B-78C7-47BE-AE5E-E10140E04643}" type="slidenum">
              <a:rPr lang="en-US" smtClean="0"/>
              <a:pPr/>
              <a:t>‹#›</a:t>
            </a:fld>
            <a:endParaRPr lang="en-US" dirty="0"/>
          </a:p>
        </p:txBody>
      </p:sp>
      <p:sp>
        <p:nvSpPr>
          <p:cNvPr id="2" name="Title Placeholder 1"/>
          <p:cNvSpPr>
            <a:spLocks noGrp="1"/>
          </p:cNvSpPr>
          <p:nvPr>
            <p:ph type="title"/>
          </p:nvPr>
        </p:nvSpPr>
        <p:spPr>
          <a:xfrm>
            <a:off x="758952" y="731520"/>
            <a:ext cx="10671048" cy="1362057"/>
          </a:xfrm>
          <a:prstGeom prst="rect">
            <a:avLst/>
          </a:prstGeom>
        </p:spPr>
        <p:txBody>
          <a:bodyPr vert="horz" lIns="91440" tIns="45720" rIns="91440" bIns="45720" rtlCol="0" anchor="b"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758952" y="2103120"/>
            <a:ext cx="10671048"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4833434"/>
      </p:ext>
    </p:extLst>
  </p:cSld>
  <p:clrMap bg1="lt1" tx1="dk1" bg2="lt2" tx2="dk2" accent1="accent1" accent2="accent2" accent3="accent3" accent4="accent4" accent5="accent5" accent6="accent6" hlink="hlink" folHlink="folHlink"/>
  <p:sldLayoutIdLst>
    <p:sldLayoutId id="2147483651" r:id="rId1"/>
    <p:sldLayoutId id="2147483663" r:id="rId2"/>
    <p:sldLayoutId id="2147483680" r:id="rId3"/>
    <p:sldLayoutId id="2147483653" r:id="rId4"/>
    <p:sldLayoutId id="2147483668" r:id="rId5"/>
    <p:sldLayoutId id="2147483685" r:id="rId6"/>
    <p:sldLayoutId id="2147483686" r:id="rId7"/>
    <p:sldLayoutId id="2147483687" r:id="rId8"/>
    <p:sldLayoutId id="2147483688" r:id="rId9"/>
    <p:sldLayoutId id="2147483689" r:id="rId10"/>
    <p:sldLayoutId id="2147483691" r:id="rId11"/>
    <p:sldLayoutId id="2147483692" r:id="rId12"/>
    <p:sldLayoutId id="2147483676" r:id="rId13"/>
    <p:sldLayoutId id="2147483656" r:id="rId14"/>
    <p:sldLayoutId id="2147483657" r:id="rId15"/>
    <p:sldLayoutId id="2147483658" r:id="rId16"/>
    <p:sldLayoutId id="2147483659" r:id="rId17"/>
  </p:sldLayoutIdLst>
  <p:hf hdr="0" ftr="0" dt="0"/>
  <p:txStyles>
    <p:titleStyle>
      <a:lvl1pPr algn="ctr" defTabSz="914400" rtl="0" eaLnBrk="1" latinLnBrk="0" hangingPunct="1">
        <a:lnSpc>
          <a:spcPts val="4875"/>
        </a:lnSpc>
        <a:spcBef>
          <a:spcPct val="0"/>
        </a:spcBef>
        <a:buNone/>
        <a:defRPr sz="3800" b="1" kern="1200" cap="all" baseline="0">
          <a:solidFill>
            <a:schemeClr val="accent6"/>
          </a:solidFill>
          <a:latin typeface="+mj-lt"/>
          <a:ea typeface="+mj-ea"/>
          <a:cs typeface="+mj-cs"/>
        </a:defRPr>
      </a:lvl1pPr>
    </p:titleStyle>
    <p:body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8" Type="http://schemas.openxmlformats.org/officeDocument/2006/relationships/image" Target="../media/image13.jp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11.png"/><Relationship Id="rId5" Type="http://schemas.openxmlformats.org/officeDocument/2006/relationships/image" Target="../media/image10.png"/><Relationship Id="rId10" Type="http://schemas.openxmlformats.org/officeDocument/2006/relationships/image" Target="../media/image15.jpg"/><Relationship Id="rId4" Type="http://schemas.openxmlformats.org/officeDocument/2006/relationships/image" Target="../media/image9.jpg"/><Relationship Id="rId9" Type="http://schemas.openxmlformats.org/officeDocument/2006/relationships/image" Target="../media/image14.png"/></Relationships>
</file>

<file path=ppt/slides/_rels/slide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7FF65-A536-F639-8591-ED024C223308}"/>
              </a:ext>
            </a:extLst>
          </p:cNvPr>
          <p:cNvSpPr>
            <a:spLocks noGrp="1"/>
          </p:cNvSpPr>
          <p:nvPr>
            <p:ph type="ctrTitle"/>
          </p:nvPr>
        </p:nvSpPr>
        <p:spPr>
          <a:xfrm>
            <a:off x="2038663" y="1"/>
            <a:ext cx="8214610" cy="4901784"/>
          </a:xfrm>
        </p:spPr>
        <p:txBody>
          <a:bodyPr anchor="ctr"/>
          <a:lstStyle/>
          <a:p>
            <a:r>
              <a:rPr lang="en-US" sz="3000" dirty="0"/>
              <a:t>Mutual Fund Analytics Platform</a:t>
            </a:r>
            <a:br>
              <a:rPr lang="en-US" sz="3000" dirty="0"/>
            </a:br>
            <a:br>
              <a:rPr lang="en-US" sz="3000" dirty="0"/>
            </a:br>
            <a:r>
              <a:rPr lang="en-US" sz="2400" b="0" dirty="0">
                <a:latin typeface="Arial" panose="020B0604020202020204" pitchFamily="34" charset="0"/>
                <a:cs typeface="Arial" panose="020B0604020202020204" pitchFamily="34" charset="0"/>
              </a:rPr>
              <a:t>Bluestock Fintech – Data Analyst Internship Project</a:t>
            </a:r>
            <a:br>
              <a:rPr lang="en-US" sz="2400" b="0" dirty="0">
                <a:latin typeface="Arial" panose="020B0604020202020204" pitchFamily="34" charset="0"/>
                <a:cs typeface="Arial" panose="020B0604020202020204" pitchFamily="34" charset="0"/>
              </a:rPr>
            </a:br>
            <a:br>
              <a:rPr lang="en-US" sz="2400" b="0" dirty="0">
                <a:latin typeface="Arial" panose="020B0604020202020204" pitchFamily="34" charset="0"/>
                <a:cs typeface="Arial" panose="020B0604020202020204" pitchFamily="34" charset="0"/>
              </a:rPr>
            </a:br>
            <a:r>
              <a:rPr lang="en-US" sz="2200" b="0" dirty="0">
                <a:latin typeface="Arial" panose="020B0604020202020204" pitchFamily="34" charset="0"/>
                <a:cs typeface="Arial" panose="020B0604020202020204" pitchFamily="34" charset="0"/>
              </a:rPr>
              <a:t>Presented by:</a:t>
            </a:r>
            <a:br>
              <a:rPr lang="en-US" sz="2200" b="0" dirty="0">
                <a:latin typeface="Arial" panose="020B0604020202020204" pitchFamily="34" charset="0"/>
                <a:cs typeface="Arial" panose="020B0604020202020204" pitchFamily="34" charset="0"/>
              </a:rPr>
            </a:br>
            <a:r>
              <a:rPr lang="en-US" sz="2200" b="0" dirty="0">
                <a:latin typeface="Arial" panose="020B0604020202020204" pitchFamily="34" charset="0"/>
                <a:cs typeface="Arial" panose="020B0604020202020204" pitchFamily="34" charset="0"/>
              </a:rPr>
              <a:t>Nuha Pathan</a:t>
            </a:r>
            <a:br>
              <a:rPr lang="en-US" sz="2200" b="0" dirty="0">
                <a:latin typeface="Arial" panose="020B0604020202020204" pitchFamily="34" charset="0"/>
                <a:cs typeface="Arial" panose="020B0604020202020204" pitchFamily="34" charset="0"/>
              </a:rPr>
            </a:br>
            <a:br>
              <a:rPr lang="en-US" sz="2200" b="0" dirty="0">
                <a:latin typeface="Arial" panose="020B0604020202020204" pitchFamily="34" charset="0"/>
                <a:cs typeface="Arial" panose="020B0604020202020204" pitchFamily="34" charset="0"/>
              </a:rPr>
            </a:br>
            <a:r>
              <a:rPr lang="en-US" sz="2200" b="0" dirty="0">
                <a:latin typeface="Arial" panose="020B0604020202020204" pitchFamily="34" charset="0"/>
                <a:cs typeface="Arial" panose="020B0604020202020204" pitchFamily="34" charset="0"/>
              </a:rPr>
              <a:t>Tools Used:</a:t>
            </a:r>
            <a:br>
              <a:rPr lang="en-US" sz="2200" b="0" dirty="0">
                <a:latin typeface="Arial" panose="020B0604020202020204" pitchFamily="34" charset="0"/>
                <a:cs typeface="Arial" panose="020B0604020202020204" pitchFamily="34" charset="0"/>
              </a:rPr>
            </a:br>
            <a:r>
              <a:rPr lang="en-US" sz="2200" b="0" dirty="0">
                <a:latin typeface="Arial" panose="020B0604020202020204" pitchFamily="34" charset="0"/>
                <a:cs typeface="Arial" panose="020B0604020202020204" pitchFamily="34" charset="0"/>
              </a:rPr>
              <a:t>Python | SQLite | SQL | Power BI</a:t>
            </a:r>
            <a:br>
              <a:rPr lang="en-US" sz="2400" dirty="0"/>
            </a:br>
            <a:endParaRPr lang="en-US" sz="2400" b="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024376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21072-4A77-DB4D-DF41-58EADB7DA94E}"/>
              </a:ext>
            </a:extLst>
          </p:cNvPr>
          <p:cNvSpPr>
            <a:spLocks noGrp="1"/>
          </p:cNvSpPr>
          <p:nvPr>
            <p:ph type="title"/>
          </p:nvPr>
        </p:nvSpPr>
        <p:spPr>
          <a:xfrm>
            <a:off x="914400" y="1057274"/>
            <a:ext cx="6583680" cy="1531357"/>
          </a:xfrm>
        </p:spPr>
        <p:txBody>
          <a:bodyPr/>
          <a:lstStyle/>
          <a:p>
            <a:r>
              <a:rPr lang="en-US" dirty="0"/>
              <a:t>Project Overview</a:t>
            </a:r>
          </a:p>
        </p:txBody>
      </p:sp>
      <p:sp>
        <p:nvSpPr>
          <p:cNvPr id="3" name="Content Placeholder 2">
            <a:extLst>
              <a:ext uri="{FF2B5EF4-FFF2-40B4-BE49-F238E27FC236}">
                <a16:creationId xmlns:a16="http://schemas.microsoft.com/office/drawing/2014/main" id="{D4D22962-3C7F-E480-5C35-7F4860A098E1}"/>
              </a:ext>
            </a:extLst>
          </p:cNvPr>
          <p:cNvSpPr>
            <a:spLocks noGrp="1"/>
          </p:cNvSpPr>
          <p:nvPr>
            <p:ph idx="1"/>
          </p:nvPr>
        </p:nvSpPr>
        <p:spPr>
          <a:xfrm>
            <a:off x="914400" y="2834640"/>
            <a:ext cx="6583680" cy="3207344"/>
          </a:xfrm>
        </p:spPr>
        <p:txBody>
          <a:bodyPr>
            <a:normAutofit lnSpcReduction="10000"/>
          </a:bodyPr>
          <a:lstStyle/>
          <a:p>
            <a:r>
              <a:rPr lang="en-US" b="1" dirty="0"/>
              <a:t>Objective:</a:t>
            </a:r>
          </a:p>
          <a:p>
            <a:pPr marL="342900" indent="-342900">
              <a:buFont typeface="Arial" panose="020B0604020202020204" pitchFamily="34" charset="0"/>
              <a:buChar char="•"/>
            </a:pPr>
            <a:r>
              <a:rPr lang="en-US" dirty="0"/>
              <a:t>Analyze Indian Mutual Fund data </a:t>
            </a:r>
          </a:p>
          <a:p>
            <a:pPr marL="342900" indent="-342900">
              <a:buFont typeface="Arial" panose="020B0604020202020204" pitchFamily="34" charset="0"/>
              <a:buChar char="•"/>
            </a:pPr>
            <a:r>
              <a:rPr lang="en-US" dirty="0"/>
              <a:t>Build an ETL pipeline </a:t>
            </a:r>
          </a:p>
          <a:p>
            <a:pPr marL="342900" indent="-342900">
              <a:buFont typeface="Arial" panose="020B0604020202020204" pitchFamily="34" charset="0"/>
              <a:buChar char="•"/>
            </a:pPr>
            <a:r>
              <a:rPr lang="en-US" dirty="0"/>
              <a:t>Create a SQLite data warehouse </a:t>
            </a:r>
          </a:p>
          <a:p>
            <a:pPr marL="342900" indent="-342900">
              <a:buFont typeface="Arial" panose="020B0604020202020204" pitchFamily="34" charset="0"/>
              <a:buChar char="•"/>
            </a:pPr>
            <a:r>
              <a:rPr lang="en-US" dirty="0"/>
              <a:t>Perform SQL &amp; Python analytics </a:t>
            </a:r>
          </a:p>
          <a:p>
            <a:pPr marL="342900" indent="-342900">
              <a:buFont typeface="Arial" panose="020B0604020202020204" pitchFamily="34" charset="0"/>
              <a:buChar char="•"/>
            </a:pPr>
            <a:r>
              <a:rPr lang="en-US" dirty="0"/>
              <a:t>Build an interactive Power BI dashboard</a:t>
            </a:r>
            <a:endParaRPr lang="en-US" b="1" dirty="0"/>
          </a:p>
          <a:p>
            <a:endParaRPr lang="en-US" dirty="0"/>
          </a:p>
        </p:txBody>
      </p:sp>
      <p:sp>
        <p:nvSpPr>
          <p:cNvPr id="4" name="Slide Number Placeholder 3">
            <a:extLst>
              <a:ext uri="{FF2B5EF4-FFF2-40B4-BE49-F238E27FC236}">
                <a16:creationId xmlns:a16="http://schemas.microsoft.com/office/drawing/2014/main" id="{18D5CFA2-4E67-F157-5FFD-A246307D41F7}"/>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2</a:t>
            </a:fld>
            <a:endParaRPr lang="en-US" dirty="0"/>
          </a:p>
        </p:txBody>
      </p:sp>
    </p:spTree>
    <p:extLst>
      <p:ext uri="{BB962C8B-B14F-4D97-AF65-F5344CB8AC3E}">
        <p14:creationId xmlns:p14="http://schemas.microsoft.com/office/powerpoint/2010/main" val="39132197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E8954-9BCB-7FD9-A210-38DC54382D45}"/>
              </a:ext>
            </a:extLst>
          </p:cNvPr>
          <p:cNvSpPr>
            <a:spLocks noGrp="1"/>
          </p:cNvSpPr>
          <p:nvPr>
            <p:ph type="title"/>
          </p:nvPr>
        </p:nvSpPr>
        <p:spPr>
          <a:xfrm>
            <a:off x="3460565" y="1057274"/>
            <a:ext cx="7965461" cy="994164"/>
          </a:xfrm>
        </p:spPr>
        <p:txBody>
          <a:bodyPr/>
          <a:lstStyle/>
          <a:p>
            <a:r>
              <a:rPr lang="en-US" dirty="0"/>
              <a:t>Workflow</a:t>
            </a:r>
          </a:p>
        </p:txBody>
      </p:sp>
      <p:pic>
        <p:nvPicPr>
          <p:cNvPr id="5" name="Content Placeholder 4">
            <a:extLst>
              <a:ext uri="{FF2B5EF4-FFF2-40B4-BE49-F238E27FC236}">
                <a16:creationId xmlns:a16="http://schemas.microsoft.com/office/drawing/2014/main" id="{EB465210-B9D4-4D93-2CA1-68951484362E}"/>
              </a:ext>
            </a:extLst>
          </p:cNvPr>
          <p:cNvPicPr>
            <a:picLocks noGrp="1" noChangeAspect="1"/>
          </p:cNvPicPr>
          <p:nvPr>
            <p:ph sz="half" idx="2"/>
          </p:nvPr>
        </p:nvPicPr>
        <p:blipFill>
          <a:blip r:embed="rId3"/>
          <a:stretch>
            <a:fillRect/>
          </a:stretch>
        </p:blipFill>
        <p:spPr>
          <a:xfrm>
            <a:off x="2706695" y="2608289"/>
            <a:ext cx="9473199" cy="4047344"/>
          </a:xfrm>
          <a:prstGeom prst="rect">
            <a:avLst/>
          </a:prstGeom>
        </p:spPr>
      </p:pic>
      <p:sp>
        <p:nvSpPr>
          <p:cNvPr id="23" name="Slide Number Placeholder 22">
            <a:extLst>
              <a:ext uri="{FF2B5EF4-FFF2-40B4-BE49-F238E27FC236}">
                <a16:creationId xmlns:a16="http://schemas.microsoft.com/office/drawing/2014/main" id="{94FF72B7-0438-3641-5939-75128934B0DF}"/>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3</a:t>
            </a:fld>
            <a:endParaRPr lang="en-US" dirty="0"/>
          </a:p>
        </p:txBody>
      </p:sp>
    </p:spTree>
    <p:extLst>
      <p:ext uri="{BB962C8B-B14F-4D97-AF65-F5344CB8AC3E}">
        <p14:creationId xmlns:p14="http://schemas.microsoft.com/office/powerpoint/2010/main" val="6856810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10199-C129-11F0-56F2-2D1AED21CB4C}"/>
              </a:ext>
            </a:extLst>
          </p:cNvPr>
          <p:cNvSpPr>
            <a:spLocks noGrp="1"/>
          </p:cNvSpPr>
          <p:nvPr>
            <p:ph type="title"/>
          </p:nvPr>
        </p:nvSpPr>
        <p:spPr>
          <a:xfrm>
            <a:off x="3888634" y="514994"/>
            <a:ext cx="7043617" cy="639394"/>
          </a:xfrm>
        </p:spPr>
        <p:txBody>
          <a:bodyPr/>
          <a:lstStyle/>
          <a:p>
            <a:r>
              <a:rPr lang="en-US" dirty="0"/>
              <a:t>Technologies</a:t>
            </a:r>
          </a:p>
        </p:txBody>
      </p:sp>
      <p:sp>
        <p:nvSpPr>
          <p:cNvPr id="3" name="Slide Number Placeholder 2">
            <a:extLst>
              <a:ext uri="{FF2B5EF4-FFF2-40B4-BE49-F238E27FC236}">
                <a16:creationId xmlns:a16="http://schemas.microsoft.com/office/drawing/2014/main" id="{370AEC4F-E711-8552-9C34-82C1514A1E37}"/>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4</a:t>
            </a:fld>
            <a:endParaRPr lang="en-US" dirty="0"/>
          </a:p>
        </p:txBody>
      </p:sp>
      <p:pic>
        <p:nvPicPr>
          <p:cNvPr id="6" name="Content Placeholder 5">
            <a:extLst>
              <a:ext uri="{FF2B5EF4-FFF2-40B4-BE49-F238E27FC236}">
                <a16:creationId xmlns:a16="http://schemas.microsoft.com/office/drawing/2014/main" id="{1A140ECF-300A-1010-6EB9-B883F656C3E1}"/>
              </a:ext>
            </a:extLst>
          </p:cNvPr>
          <p:cNvPicPr>
            <a:picLocks noGrp="1" noChangeAspect="1"/>
          </p:cNvPicPr>
          <p:nvPr>
            <p:ph idx="11"/>
          </p:nvPr>
        </p:nvPicPr>
        <p:blipFill>
          <a:blip r:embed="rId3"/>
          <a:stretch>
            <a:fillRect/>
          </a:stretch>
        </p:blipFill>
        <p:spPr>
          <a:xfrm>
            <a:off x="4165151" y="1922620"/>
            <a:ext cx="1709189" cy="961419"/>
          </a:xfrm>
          <a:prstGeom prst="rect">
            <a:avLst/>
          </a:prstGeom>
        </p:spPr>
      </p:pic>
      <p:pic>
        <p:nvPicPr>
          <p:cNvPr id="10" name="Picture 9">
            <a:extLst>
              <a:ext uri="{FF2B5EF4-FFF2-40B4-BE49-F238E27FC236}">
                <a16:creationId xmlns:a16="http://schemas.microsoft.com/office/drawing/2014/main" id="{DFC9CE8E-A1C5-ABDA-8A8E-ACA62F06E9FD}"/>
              </a:ext>
            </a:extLst>
          </p:cNvPr>
          <p:cNvPicPr>
            <a:picLocks noChangeAspect="1"/>
          </p:cNvPicPr>
          <p:nvPr/>
        </p:nvPicPr>
        <p:blipFill>
          <a:blip r:embed="rId4"/>
          <a:stretch>
            <a:fillRect/>
          </a:stretch>
        </p:blipFill>
        <p:spPr>
          <a:xfrm>
            <a:off x="6063089" y="1846633"/>
            <a:ext cx="2677407" cy="1131299"/>
          </a:xfrm>
          <a:prstGeom prst="rect">
            <a:avLst/>
          </a:prstGeom>
        </p:spPr>
      </p:pic>
      <p:pic>
        <p:nvPicPr>
          <p:cNvPr id="12" name="Picture 11">
            <a:extLst>
              <a:ext uri="{FF2B5EF4-FFF2-40B4-BE49-F238E27FC236}">
                <a16:creationId xmlns:a16="http://schemas.microsoft.com/office/drawing/2014/main" id="{4BF84188-89C3-6E14-084D-795F1148A75E}"/>
              </a:ext>
            </a:extLst>
          </p:cNvPr>
          <p:cNvPicPr>
            <a:picLocks noChangeAspect="1"/>
          </p:cNvPicPr>
          <p:nvPr/>
        </p:nvPicPr>
        <p:blipFill>
          <a:blip r:embed="rId5"/>
          <a:stretch>
            <a:fillRect/>
          </a:stretch>
        </p:blipFill>
        <p:spPr>
          <a:xfrm>
            <a:off x="4073623" y="5021326"/>
            <a:ext cx="1386592" cy="1386592"/>
          </a:xfrm>
          <a:prstGeom prst="rect">
            <a:avLst/>
          </a:prstGeom>
        </p:spPr>
      </p:pic>
      <p:pic>
        <p:nvPicPr>
          <p:cNvPr id="14" name="Picture 13">
            <a:extLst>
              <a:ext uri="{FF2B5EF4-FFF2-40B4-BE49-F238E27FC236}">
                <a16:creationId xmlns:a16="http://schemas.microsoft.com/office/drawing/2014/main" id="{5834C58B-C731-9DAB-68DD-1BD042589C5D}"/>
              </a:ext>
            </a:extLst>
          </p:cNvPr>
          <p:cNvPicPr>
            <a:picLocks noChangeAspect="1"/>
          </p:cNvPicPr>
          <p:nvPr/>
        </p:nvPicPr>
        <p:blipFill>
          <a:blip r:embed="rId6"/>
          <a:stretch>
            <a:fillRect/>
          </a:stretch>
        </p:blipFill>
        <p:spPr>
          <a:xfrm>
            <a:off x="9033169" y="1881376"/>
            <a:ext cx="1645204" cy="925427"/>
          </a:xfrm>
          <a:prstGeom prst="rect">
            <a:avLst/>
          </a:prstGeom>
        </p:spPr>
      </p:pic>
      <p:pic>
        <p:nvPicPr>
          <p:cNvPr id="16" name="Picture 15">
            <a:extLst>
              <a:ext uri="{FF2B5EF4-FFF2-40B4-BE49-F238E27FC236}">
                <a16:creationId xmlns:a16="http://schemas.microsoft.com/office/drawing/2014/main" id="{CE5520C6-BE19-2CC8-5183-D716CF8C9E46}"/>
              </a:ext>
            </a:extLst>
          </p:cNvPr>
          <p:cNvPicPr>
            <a:picLocks noChangeAspect="1"/>
          </p:cNvPicPr>
          <p:nvPr/>
        </p:nvPicPr>
        <p:blipFill>
          <a:blip r:embed="rId7"/>
          <a:stretch>
            <a:fillRect/>
          </a:stretch>
        </p:blipFill>
        <p:spPr>
          <a:xfrm>
            <a:off x="9932612" y="3451213"/>
            <a:ext cx="2259388" cy="592445"/>
          </a:xfrm>
          <a:prstGeom prst="rect">
            <a:avLst/>
          </a:prstGeom>
        </p:spPr>
      </p:pic>
      <p:pic>
        <p:nvPicPr>
          <p:cNvPr id="18" name="Picture 17">
            <a:extLst>
              <a:ext uri="{FF2B5EF4-FFF2-40B4-BE49-F238E27FC236}">
                <a16:creationId xmlns:a16="http://schemas.microsoft.com/office/drawing/2014/main" id="{6A844D00-3FCF-BEC8-7E8B-AD5D2CA3D755}"/>
              </a:ext>
            </a:extLst>
          </p:cNvPr>
          <p:cNvPicPr>
            <a:picLocks noChangeAspect="1"/>
          </p:cNvPicPr>
          <p:nvPr/>
        </p:nvPicPr>
        <p:blipFill>
          <a:blip r:embed="rId8"/>
          <a:stretch>
            <a:fillRect/>
          </a:stretch>
        </p:blipFill>
        <p:spPr>
          <a:xfrm>
            <a:off x="8210568" y="3533791"/>
            <a:ext cx="1645203" cy="925427"/>
          </a:xfrm>
          <a:prstGeom prst="rect">
            <a:avLst/>
          </a:prstGeom>
        </p:spPr>
      </p:pic>
      <p:pic>
        <p:nvPicPr>
          <p:cNvPr id="20" name="Picture 19">
            <a:extLst>
              <a:ext uri="{FF2B5EF4-FFF2-40B4-BE49-F238E27FC236}">
                <a16:creationId xmlns:a16="http://schemas.microsoft.com/office/drawing/2014/main" id="{FF243A34-607C-FE25-6936-62A75C1DD304}"/>
              </a:ext>
            </a:extLst>
          </p:cNvPr>
          <p:cNvPicPr>
            <a:picLocks noChangeAspect="1"/>
          </p:cNvPicPr>
          <p:nvPr/>
        </p:nvPicPr>
        <p:blipFill>
          <a:blip r:embed="rId9"/>
          <a:stretch>
            <a:fillRect/>
          </a:stretch>
        </p:blipFill>
        <p:spPr>
          <a:xfrm>
            <a:off x="4001704" y="3543461"/>
            <a:ext cx="1709189" cy="680779"/>
          </a:xfrm>
          <a:prstGeom prst="rect">
            <a:avLst/>
          </a:prstGeom>
        </p:spPr>
      </p:pic>
      <p:pic>
        <p:nvPicPr>
          <p:cNvPr id="22" name="Picture 21">
            <a:extLst>
              <a:ext uri="{FF2B5EF4-FFF2-40B4-BE49-F238E27FC236}">
                <a16:creationId xmlns:a16="http://schemas.microsoft.com/office/drawing/2014/main" id="{51306CC2-63F9-DDBC-687D-EE6DF52AC6A2}"/>
              </a:ext>
            </a:extLst>
          </p:cNvPr>
          <p:cNvPicPr>
            <a:picLocks noChangeAspect="1"/>
          </p:cNvPicPr>
          <p:nvPr/>
        </p:nvPicPr>
        <p:blipFill>
          <a:blip r:embed="rId10"/>
          <a:stretch>
            <a:fillRect/>
          </a:stretch>
        </p:blipFill>
        <p:spPr>
          <a:xfrm>
            <a:off x="5874340" y="3504180"/>
            <a:ext cx="2259388" cy="790786"/>
          </a:xfrm>
          <a:prstGeom prst="rect">
            <a:avLst/>
          </a:prstGeom>
        </p:spPr>
      </p:pic>
      <p:sp>
        <p:nvSpPr>
          <p:cNvPr id="23" name="TextBox 22">
            <a:extLst>
              <a:ext uri="{FF2B5EF4-FFF2-40B4-BE49-F238E27FC236}">
                <a16:creationId xmlns:a16="http://schemas.microsoft.com/office/drawing/2014/main" id="{FF29863C-042C-37AE-F5D0-257896EED204}"/>
              </a:ext>
            </a:extLst>
          </p:cNvPr>
          <p:cNvSpPr txBox="1"/>
          <p:nvPr/>
        </p:nvSpPr>
        <p:spPr>
          <a:xfrm>
            <a:off x="3888634" y="1355446"/>
            <a:ext cx="2821606" cy="400110"/>
          </a:xfrm>
          <a:prstGeom prst="rect">
            <a:avLst/>
          </a:prstGeom>
          <a:noFill/>
        </p:spPr>
        <p:txBody>
          <a:bodyPr wrap="none" rtlCol="0">
            <a:spAutoFit/>
          </a:bodyPr>
          <a:lstStyle/>
          <a:p>
            <a:r>
              <a:rPr lang="en-US" sz="2000" b="1" dirty="0">
                <a:solidFill>
                  <a:schemeClr val="accent6"/>
                </a:solidFill>
              </a:rPr>
              <a:t>Programming &amp; Tools:</a:t>
            </a:r>
          </a:p>
        </p:txBody>
      </p:sp>
      <p:sp>
        <p:nvSpPr>
          <p:cNvPr id="25" name="TextBox 24">
            <a:extLst>
              <a:ext uri="{FF2B5EF4-FFF2-40B4-BE49-F238E27FC236}">
                <a16:creationId xmlns:a16="http://schemas.microsoft.com/office/drawing/2014/main" id="{8B779D27-2D17-D962-7C67-06535FBA3709}"/>
              </a:ext>
            </a:extLst>
          </p:cNvPr>
          <p:cNvSpPr txBox="1"/>
          <p:nvPr/>
        </p:nvSpPr>
        <p:spPr>
          <a:xfrm>
            <a:off x="3928186" y="3051103"/>
            <a:ext cx="1274708" cy="400110"/>
          </a:xfrm>
          <a:prstGeom prst="rect">
            <a:avLst/>
          </a:prstGeom>
          <a:noFill/>
        </p:spPr>
        <p:txBody>
          <a:bodyPr wrap="none" rtlCol="0">
            <a:spAutoFit/>
          </a:bodyPr>
          <a:lstStyle/>
          <a:p>
            <a:r>
              <a:rPr lang="en-US" sz="2000" b="1" dirty="0">
                <a:solidFill>
                  <a:schemeClr val="accent6"/>
                </a:solidFill>
              </a:rPr>
              <a:t>Libraries:</a:t>
            </a:r>
          </a:p>
        </p:txBody>
      </p:sp>
      <p:sp>
        <p:nvSpPr>
          <p:cNvPr id="27" name="TextBox 26">
            <a:extLst>
              <a:ext uri="{FF2B5EF4-FFF2-40B4-BE49-F238E27FC236}">
                <a16:creationId xmlns:a16="http://schemas.microsoft.com/office/drawing/2014/main" id="{6A3111CF-6180-3475-8F22-4AD4F752D846}"/>
              </a:ext>
            </a:extLst>
          </p:cNvPr>
          <p:cNvSpPr txBox="1"/>
          <p:nvPr/>
        </p:nvSpPr>
        <p:spPr>
          <a:xfrm>
            <a:off x="3888634" y="4459218"/>
            <a:ext cx="1756571" cy="400110"/>
          </a:xfrm>
          <a:prstGeom prst="rect">
            <a:avLst/>
          </a:prstGeom>
          <a:noFill/>
        </p:spPr>
        <p:txBody>
          <a:bodyPr wrap="none" rtlCol="0">
            <a:spAutoFit/>
          </a:bodyPr>
          <a:lstStyle/>
          <a:p>
            <a:r>
              <a:rPr lang="en-US" sz="2000" b="1" dirty="0">
                <a:solidFill>
                  <a:schemeClr val="accent6"/>
                </a:solidFill>
              </a:rPr>
              <a:t>Visualization:</a:t>
            </a:r>
          </a:p>
        </p:txBody>
      </p:sp>
    </p:spTree>
    <p:extLst>
      <p:ext uri="{BB962C8B-B14F-4D97-AF65-F5344CB8AC3E}">
        <p14:creationId xmlns:p14="http://schemas.microsoft.com/office/powerpoint/2010/main" val="11317180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C19152-7B3B-0EEE-7B04-4E9F828561BE}"/>
              </a:ext>
            </a:extLst>
          </p:cNvPr>
          <p:cNvSpPr>
            <a:spLocks noGrp="1"/>
          </p:cNvSpPr>
          <p:nvPr>
            <p:ph type="title"/>
          </p:nvPr>
        </p:nvSpPr>
        <p:spPr>
          <a:xfrm>
            <a:off x="760938" y="755372"/>
            <a:ext cx="3931920" cy="1233085"/>
          </a:xfrm>
        </p:spPr>
        <p:txBody>
          <a:bodyPr/>
          <a:lstStyle/>
          <a:p>
            <a:r>
              <a:rPr lang="en-US" dirty="0"/>
              <a:t>Exploratory Analysis</a:t>
            </a:r>
          </a:p>
        </p:txBody>
      </p:sp>
      <p:sp>
        <p:nvSpPr>
          <p:cNvPr id="3" name="Slide Number Placeholder 2">
            <a:extLst>
              <a:ext uri="{FF2B5EF4-FFF2-40B4-BE49-F238E27FC236}">
                <a16:creationId xmlns:a16="http://schemas.microsoft.com/office/drawing/2014/main" id="{4B0AFD95-2A09-7A6B-7F91-A31E60D542EE}"/>
              </a:ext>
            </a:extLst>
          </p:cNvPr>
          <p:cNvSpPr>
            <a:spLocks noGrp="1"/>
          </p:cNvSpPr>
          <p:nvPr>
            <p:ph type="sldNum" sz="quarter" idx="12"/>
          </p:nvPr>
        </p:nvSpPr>
        <p:spPr/>
        <p:txBody>
          <a:bodyPr/>
          <a:lstStyle/>
          <a:p>
            <a:fld id="{48F63A3B-78C7-47BE-AE5E-E10140E04643}" type="slidenum">
              <a:rPr lang="en-US" smtClean="0"/>
              <a:pPr/>
              <a:t>5</a:t>
            </a:fld>
            <a:endParaRPr lang="en-US" dirty="0"/>
          </a:p>
        </p:txBody>
      </p:sp>
      <p:sp>
        <p:nvSpPr>
          <p:cNvPr id="4" name="Text Placeholder 3">
            <a:extLst>
              <a:ext uri="{FF2B5EF4-FFF2-40B4-BE49-F238E27FC236}">
                <a16:creationId xmlns:a16="http://schemas.microsoft.com/office/drawing/2014/main" id="{7CC4CE48-B50B-67F4-AF78-FBBEFEFDB214}"/>
              </a:ext>
            </a:extLst>
          </p:cNvPr>
          <p:cNvSpPr>
            <a:spLocks noGrp="1"/>
          </p:cNvSpPr>
          <p:nvPr>
            <p:ph type="body" sz="half" idx="2"/>
          </p:nvPr>
        </p:nvSpPr>
        <p:spPr/>
        <p:txBody>
          <a:bodyPr/>
          <a:lstStyle/>
          <a:p>
            <a:r>
              <a:rPr lang="en-US" sz="2000" b="1" dirty="0"/>
              <a:t>Age Group Distribution </a:t>
            </a:r>
          </a:p>
          <a:p>
            <a:r>
              <a:rPr lang="en-US" dirty="0"/>
              <a:t>The investor base is concentrated in the middle-age segments, indicating that individuals in their primary earning years contribute the largest share of mutual fund investments. Younger and senior investor groups represent comparatively smaller proportions.</a:t>
            </a:r>
          </a:p>
        </p:txBody>
      </p:sp>
      <p:pic>
        <p:nvPicPr>
          <p:cNvPr id="21" name="Picture Placeholder 20">
            <a:extLst>
              <a:ext uri="{FF2B5EF4-FFF2-40B4-BE49-F238E27FC236}">
                <a16:creationId xmlns:a16="http://schemas.microsoft.com/office/drawing/2014/main" id="{45D595F7-3C10-9593-A06B-BF2BE026F131}"/>
              </a:ext>
            </a:extLst>
          </p:cNvPr>
          <p:cNvPicPr>
            <a:picLocks noGrp="1" noChangeAspect="1"/>
          </p:cNvPicPr>
          <p:nvPr>
            <p:ph type="pic" idx="1"/>
          </p:nvPr>
        </p:nvPicPr>
        <p:blipFill>
          <a:blip r:embed="rId2"/>
          <a:srcRect t="4023" b="4023"/>
          <a:stretch>
            <a:fillRect/>
          </a:stretch>
        </p:blipFill>
        <p:spPr>
          <a:xfrm>
            <a:off x="4886325" y="701675"/>
            <a:ext cx="7061200" cy="6029325"/>
          </a:xfrm>
          <a:prstGeom prst="rect">
            <a:avLst/>
          </a:prstGeom>
        </p:spPr>
      </p:pic>
    </p:spTree>
    <p:extLst>
      <p:ext uri="{BB962C8B-B14F-4D97-AF65-F5344CB8AC3E}">
        <p14:creationId xmlns:p14="http://schemas.microsoft.com/office/powerpoint/2010/main" val="38981109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9C3B22-6C1E-3164-3C9F-9FD36A5B88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57E819-9838-5CE5-7B59-DA5F7049ADEA}"/>
              </a:ext>
            </a:extLst>
          </p:cNvPr>
          <p:cNvSpPr>
            <a:spLocks noGrp="1"/>
          </p:cNvSpPr>
          <p:nvPr>
            <p:ph type="title"/>
          </p:nvPr>
        </p:nvSpPr>
        <p:spPr>
          <a:xfrm>
            <a:off x="760938" y="755372"/>
            <a:ext cx="3931920" cy="1233085"/>
          </a:xfrm>
        </p:spPr>
        <p:txBody>
          <a:bodyPr/>
          <a:lstStyle/>
          <a:p>
            <a:r>
              <a:rPr lang="en-US" dirty="0"/>
              <a:t>Exploratory Analysis</a:t>
            </a:r>
          </a:p>
        </p:txBody>
      </p:sp>
      <p:sp>
        <p:nvSpPr>
          <p:cNvPr id="3" name="Slide Number Placeholder 2">
            <a:extLst>
              <a:ext uri="{FF2B5EF4-FFF2-40B4-BE49-F238E27FC236}">
                <a16:creationId xmlns:a16="http://schemas.microsoft.com/office/drawing/2014/main" id="{601BB990-AC6E-82E2-307C-7665468DAAAE}"/>
              </a:ext>
            </a:extLst>
          </p:cNvPr>
          <p:cNvSpPr>
            <a:spLocks noGrp="1"/>
          </p:cNvSpPr>
          <p:nvPr>
            <p:ph type="sldNum" sz="quarter" idx="12"/>
          </p:nvPr>
        </p:nvSpPr>
        <p:spPr/>
        <p:txBody>
          <a:bodyPr/>
          <a:lstStyle/>
          <a:p>
            <a:fld id="{48F63A3B-78C7-47BE-AE5E-E10140E04643}" type="slidenum">
              <a:rPr lang="en-US" smtClean="0"/>
              <a:pPr/>
              <a:t>6</a:t>
            </a:fld>
            <a:endParaRPr lang="en-US" dirty="0"/>
          </a:p>
        </p:txBody>
      </p:sp>
      <p:sp>
        <p:nvSpPr>
          <p:cNvPr id="4" name="Text Placeholder 3">
            <a:extLst>
              <a:ext uri="{FF2B5EF4-FFF2-40B4-BE49-F238E27FC236}">
                <a16:creationId xmlns:a16="http://schemas.microsoft.com/office/drawing/2014/main" id="{55BF33B4-DCBD-D8BE-643C-928CB06C1C62}"/>
              </a:ext>
            </a:extLst>
          </p:cNvPr>
          <p:cNvSpPr>
            <a:spLocks noGrp="1"/>
          </p:cNvSpPr>
          <p:nvPr>
            <p:ph type="body" sz="half" idx="2"/>
          </p:nvPr>
        </p:nvSpPr>
        <p:spPr/>
        <p:txBody>
          <a:bodyPr/>
          <a:lstStyle/>
          <a:p>
            <a:r>
              <a:rPr lang="en-US" sz="2000" b="1" dirty="0"/>
              <a:t>Sector Allocation</a:t>
            </a:r>
          </a:p>
          <a:p>
            <a:r>
              <a:rPr lang="en-US" dirty="0"/>
              <a:t>The donut chart illustrates the aggregate allocation of mutual fund portfolios across different sectors. Financial services, technology, and other major sectors account for a significant share of the overall portfolio weight, highlighting the sectors that receive the highest investment exposure across equity mutual funds.</a:t>
            </a:r>
          </a:p>
        </p:txBody>
      </p:sp>
      <p:pic>
        <p:nvPicPr>
          <p:cNvPr id="21" name="Picture Placeholder 20">
            <a:extLst>
              <a:ext uri="{FF2B5EF4-FFF2-40B4-BE49-F238E27FC236}">
                <a16:creationId xmlns:a16="http://schemas.microsoft.com/office/drawing/2014/main" id="{C4DE4735-C3D4-0E85-7AC0-B6FDFCC03AA8}"/>
              </a:ext>
            </a:extLst>
          </p:cNvPr>
          <p:cNvPicPr>
            <a:picLocks noGrp="1" noChangeAspect="1"/>
          </p:cNvPicPr>
          <p:nvPr>
            <p:ph type="pic" idx="1"/>
          </p:nvPr>
        </p:nvPicPr>
        <p:blipFill>
          <a:blip r:embed="rId2"/>
          <a:srcRect t="7307" b="7307"/>
          <a:stretch/>
        </p:blipFill>
        <p:spPr>
          <a:xfrm>
            <a:off x="4886325" y="701675"/>
            <a:ext cx="7061200" cy="6029325"/>
          </a:xfrm>
          <a:prstGeom prst="rect">
            <a:avLst/>
          </a:prstGeom>
        </p:spPr>
      </p:pic>
    </p:spTree>
    <p:extLst>
      <p:ext uri="{BB962C8B-B14F-4D97-AF65-F5344CB8AC3E}">
        <p14:creationId xmlns:p14="http://schemas.microsoft.com/office/powerpoint/2010/main" val="17145920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89A9D-3F9E-9D4B-AD81-C3391202F9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011729-1C5F-58A1-0BC3-91974433C4F2}"/>
              </a:ext>
            </a:extLst>
          </p:cNvPr>
          <p:cNvSpPr>
            <a:spLocks noGrp="1"/>
          </p:cNvSpPr>
          <p:nvPr>
            <p:ph type="title"/>
          </p:nvPr>
        </p:nvSpPr>
        <p:spPr>
          <a:xfrm>
            <a:off x="760938" y="755372"/>
            <a:ext cx="6467176" cy="594457"/>
          </a:xfrm>
        </p:spPr>
        <p:txBody>
          <a:bodyPr/>
          <a:lstStyle/>
          <a:p>
            <a:r>
              <a:rPr lang="en-US" dirty="0"/>
              <a:t>Exploratory Analysis</a:t>
            </a:r>
          </a:p>
        </p:txBody>
      </p:sp>
      <p:sp>
        <p:nvSpPr>
          <p:cNvPr id="3" name="Slide Number Placeholder 2">
            <a:extLst>
              <a:ext uri="{FF2B5EF4-FFF2-40B4-BE49-F238E27FC236}">
                <a16:creationId xmlns:a16="http://schemas.microsoft.com/office/drawing/2014/main" id="{15319197-BB8F-78E0-4C74-B1EB62795478}"/>
              </a:ext>
            </a:extLst>
          </p:cNvPr>
          <p:cNvSpPr>
            <a:spLocks noGrp="1"/>
          </p:cNvSpPr>
          <p:nvPr>
            <p:ph type="sldNum" sz="quarter" idx="12"/>
          </p:nvPr>
        </p:nvSpPr>
        <p:spPr/>
        <p:txBody>
          <a:bodyPr/>
          <a:lstStyle/>
          <a:p>
            <a:fld id="{48F63A3B-78C7-47BE-AE5E-E10140E04643}" type="slidenum">
              <a:rPr lang="en-US" smtClean="0"/>
              <a:pPr/>
              <a:t>7</a:t>
            </a:fld>
            <a:endParaRPr lang="en-US" dirty="0"/>
          </a:p>
        </p:txBody>
      </p:sp>
      <p:sp>
        <p:nvSpPr>
          <p:cNvPr id="4" name="Text Placeholder 3">
            <a:extLst>
              <a:ext uri="{FF2B5EF4-FFF2-40B4-BE49-F238E27FC236}">
                <a16:creationId xmlns:a16="http://schemas.microsoft.com/office/drawing/2014/main" id="{511CFE4C-3E9C-2443-83A9-4B467A756740}"/>
              </a:ext>
            </a:extLst>
          </p:cNvPr>
          <p:cNvSpPr>
            <a:spLocks noGrp="1"/>
          </p:cNvSpPr>
          <p:nvPr>
            <p:ph type="body" sz="half" idx="2"/>
          </p:nvPr>
        </p:nvSpPr>
        <p:spPr>
          <a:xfrm>
            <a:off x="760937" y="1460501"/>
            <a:ext cx="10665089" cy="1142999"/>
          </a:xfrm>
        </p:spPr>
        <p:txBody>
          <a:bodyPr>
            <a:normAutofit fontScale="92500" lnSpcReduction="20000"/>
          </a:bodyPr>
          <a:lstStyle/>
          <a:p>
            <a:r>
              <a:rPr lang="en-US" sz="2000" b="1" dirty="0"/>
              <a:t>Category Inflow Heatmap</a:t>
            </a:r>
          </a:p>
          <a:p>
            <a:r>
              <a:rPr lang="en-US" dirty="0"/>
              <a:t>The heatmap reveals clear variations in monthly net inflows across different mutual fund categories. Equity-oriented categories consistently attracted higher inflows than other categories, while some categories experienced lower or fluctuating investments during certain months. The color intensity helps identify periods of strong investor preference and changing market sentiment between 2022 and 2025.</a:t>
            </a:r>
          </a:p>
        </p:txBody>
      </p:sp>
      <p:pic>
        <p:nvPicPr>
          <p:cNvPr id="21" name="Picture Placeholder 20">
            <a:extLst>
              <a:ext uri="{FF2B5EF4-FFF2-40B4-BE49-F238E27FC236}">
                <a16:creationId xmlns:a16="http://schemas.microsoft.com/office/drawing/2014/main" id="{BE086030-D432-D2A4-F5BA-18086CB6AB59}"/>
              </a:ext>
            </a:extLst>
          </p:cNvPr>
          <p:cNvPicPr>
            <a:picLocks noGrp="1" noChangeAspect="1"/>
          </p:cNvPicPr>
          <p:nvPr>
            <p:ph type="pic" idx="1"/>
          </p:nvPr>
        </p:nvPicPr>
        <p:blipFill>
          <a:blip r:embed="rId2"/>
          <a:srcRect l="988" r="988"/>
          <a:stretch/>
        </p:blipFill>
        <p:spPr>
          <a:xfrm>
            <a:off x="760937" y="2603500"/>
            <a:ext cx="11186588" cy="4127501"/>
          </a:xfrm>
          <a:prstGeom prst="rect">
            <a:avLst/>
          </a:prstGeom>
        </p:spPr>
      </p:pic>
    </p:spTree>
    <p:extLst>
      <p:ext uri="{BB962C8B-B14F-4D97-AF65-F5344CB8AC3E}">
        <p14:creationId xmlns:p14="http://schemas.microsoft.com/office/powerpoint/2010/main" val="194758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8E35C8-CA53-5BE9-9B54-F2A546DC12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D18329-9C55-F7AF-1C3C-AAB5143D192B}"/>
              </a:ext>
            </a:extLst>
          </p:cNvPr>
          <p:cNvSpPr>
            <a:spLocks noGrp="1"/>
          </p:cNvSpPr>
          <p:nvPr>
            <p:ph type="title"/>
          </p:nvPr>
        </p:nvSpPr>
        <p:spPr>
          <a:xfrm>
            <a:off x="760938" y="755372"/>
            <a:ext cx="6467176" cy="594457"/>
          </a:xfrm>
        </p:spPr>
        <p:txBody>
          <a:bodyPr/>
          <a:lstStyle/>
          <a:p>
            <a:r>
              <a:rPr lang="en-US" dirty="0"/>
              <a:t>Power BI Dashboard</a:t>
            </a:r>
          </a:p>
        </p:txBody>
      </p:sp>
      <p:sp>
        <p:nvSpPr>
          <p:cNvPr id="3" name="Slide Number Placeholder 2">
            <a:extLst>
              <a:ext uri="{FF2B5EF4-FFF2-40B4-BE49-F238E27FC236}">
                <a16:creationId xmlns:a16="http://schemas.microsoft.com/office/drawing/2014/main" id="{B18A971B-4460-0F6A-1FC0-B7F9084C677B}"/>
              </a:ext>
            </a:extLst>
          </p:cNvPr>
          <p:cNvSpPr>
            <a:spLocks noGrp="1"/>
          </p:cNvSpPr>
          <p:nvPr>
            <p:ph type="sldNum" sz="quarter" idx="12"/>
          </p:nvPr>
        </p:nvSpPr>
        <p:spPr/>
        <p:txBody>
          <a:bodyPr/>
          <a:lstStyle/>
          <a:p>
            <a:fld id="{48F63A3B-78C7-47BE-AE5E-E10140E04643}" type="slidenum">
              <a:rPr lang="en-US" smtClean="0"/>
              <a:pPr/>
              <a:t>8</a:t>
            </a:fld>
            <a:endParaRPr lang="en-US" dirty="0"/>
          </a:p>
        </p:txBody>
      </p:sp>
      <p:pic>
        <p:nvPicPr>
          <p:cNvPr id="12" name="Picture 11">
            <a:extLst>
              <a:ext uri="{FF2B5EF4-FFF2-40B4-BE49-F238E27FC236}">
                <a16:creationId xmlns:a16="http://schemas.microsoft.com/office/drawing/2014/main" id="{B4EA6E2A-32FD-641B-B347-A34B4FA11911}"/>
              </a:ext>
            </a:extLst>
          </p:cNvPr>
          <p:cNvPicPr>
            <a:picLocks noChangeAspect="1"/>
          </p:cNvPicPr>
          <p:nvPr/>
        </p:nvPicPr>
        <p:blipFill>
          <a:blip r:embed="rId2"/>
          <a:stretch>
            <a:fillRect/>
          </a:stretch>
        </p:blipFill>
        <p:spPr>
          <a:xfrm>
            <a:off x="249065" y="1709057"/>
            <a:ext cx="5846935" cy="4049485"/>
          </a:xfrm>
          <a:prstGeom prst="rect">
            <a:avLst/>
          </a:prstGeom>
        </p:spPr>
      </p:pic>
      <p:pic>
        <p:nvPicPr>
          <p:cNvPr id="14" name="Picture 13">
            <a:extLst>
              <a:ext uri="{FF2B5EF4-FFF2-40B4-BE49-F238E27FC236}">
                <a16:creationId xmlns:a16="http://schemas.microsoft.com/office/drawing/2014/main" id="{01E50620-A6C6-71BE-5DE0-07E24AB6D487}"/>
              </a:ext>
            </a:extLst>
          </p:cNvPr>
          <p:cNvPicPr>
            <a:picLocks noChangeAspect="1"/>
          </p:cNvPicPr>
          <p:nvPr/>
        </p:nvPicPr>
        <p:blipFill>
          <a:blip r:embed="rId3"/>
          <a:stretch>
            <a:fillRect/>
          </a:stretch>
        </p:blipFill>
        <p:spPr>
          <a:xfrm>
            <a:off x="6225806" y="1709057"/>
            <a:ext cx="5846936" cy="4049484"/>
          </a:xfrm>
          <a:prstGeom prst="rect">
            <a:avLst/>
          </a:prstGeom>
        </p:spPr>
      </p:pic>
      <p:sp>
        <p:nvSpPr>
          <p:cNvPr id="15" name="TextBox 14">
            <a:extLst>
              <a:ext uri="{FF2B5EF4-FFF2-40B4-BE49-F238E27FC236}">
                <a16:creationId xmlns:a16="http://schemas.microsoft.com/office/drawing/2014/main" id="{259411FF-0FB7-DC26-AB78-32001F7EA52F}"/>
              </a:ext>
            </a:extLst>
          </p:cNvPr>
          <p:cNvSpPr txBox="1"/>
          <p:nvPr/>
        </p:nvSpPr>
        <p:spPr>
          <a:xfrm>
            <a:off x="760938" y="6023429"/>
            <a:ext cx="4594833" cy="369332"/>
          </a:xfrm>
          <a:prstGeom prst="rect">
            <a:avLst/>
          </a:prstGeom>
          <a:noFill/>
        </p:spPr>
        <p:txBody>
          <a:bodyPr wrap="square" rtlCol="0">
            <a:spAutoFit/>
          </a:bodyPr>
          <a:lstStyle/>
          <a:p>
            <a:pPr algn="ctr"/>
            <a:r>
              <a:rPr lang="en-US" dirty="0">
                <a:solidFill>
                  <a:schemeClr val="accent6"/>
                </a:solidFill>
              </a:rPr>
              <a:t>Industry Overview Dashboard</a:t>
            </a:r>
          </a:p>
        </p:txBody>
      </p:sp>
      <p:sp>
        <p:nvSpPr>
          <p:cNvPr id="17" name="TextBox 16">
            <a:extLst>
              <a:ext uri="{FF2B5EF4-FFF2-40B4-BE49-F238E27FC236}">
                <a16:creationId xmlns:a16="http://schemas.microsoft.com/office/drawing/2014/main" id="{89B7D814-5C09-C132-BDBC-CA9E53D0A52B}"/>
              </a:ext>
            </a:extLst>
          </p:cNvPr>
          <p:cNvSpPr txBox="1"/>
          <p:nvPr/>
        </p:nvSpPr>
        <p:spPr>
          <a:xfrm>
            <a:off x="6683829" y="6023429"/>
            <a:ext cx="4594833" cy="369332"/>
          </a:xfrm>
          <a:prstGeom prst="rect">
            <a:avLst/>
          </a:prstGeom>
          <a:noFill/>
        </p:spPr>
        <p:txBody>
          <a:bodyPr wrap="square" rtlCol="0">
            <a:spAutoFit/>
          </a:bodyPr>
          <a:lstStyle/>
          <a:p>
            <a:pPr algn="ctr"/>
            <a:r>
              <a:rPr lang="en-US" dirty="0">
                <a:solidFill>
                  <a:schemeClr val="accent6"/>
                </a:solidFill>
              </a:rPr>
              <a:t>Fund Performance Dashboard</a:t>
            </a:r>
          </a:p>
        </p:txBody>
      </p:sp>
    </p:spTree>
    <p:extLst>
      <p:ext uri="{BB962C8B-B14F-4D97-AF65-F5344CB8AC3E}">
        <p14:creationId xmlns:p14="http://schemas.microsoft.com/office/powerpoint/2010/main" val="27199290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F8D7B9-0690-66D8-B112-4FE680B208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64A3EF-3AF1-524A-D275-63CE83DD19C9}"/>
              </a:ext>
            </a:extLst>
          </p:cNvPr>
          <p:cNvSpPr>
            <a:spLocks noGrp="1"/>
          </p:cNvSpPr>
          <p:nvPr>
            <p:ph type="title"/>
          </p:nvPr>
        </p:nvSpPr>
        <p:spPr>
          <a:xfrm>
            <a:off x="760938" y="755372"/>
            <a:ext cx="6467176" cy="594457"/>
          </a:xfrm>
        </p:spPr>
        <p:txBody>
          <a:bodyPr/>
          <a:lstStyle/>
          <a:p>
            <a:r>
              <a:rPr lang="en-US" dirty="0"/>
              <a:t>Power BI Dashboard</a:t>
            </a:r>
          </a:p>
        </p:txBody>
      </p:sp>
      <p:sp>
        <p:nvSpPr>
          <p:cNvPr id="3" name="Slide Number Placeholder 2">
            <a:extLst>
              <a:ext uri="{FF2B5EF4-FFF2-40B4-BE49-F238E27FC236}">
                <a16:creationId xmlns:a16="http://schemas.microsoft.com/office/drawing/2014/main" id="{8CA43302-66DF-81EF-C4A9-CC7D9D85192E}"/>
              </a:ext>
            </a:extLst>
          </p:cNvPr>
          <p:cNvSpPr>
            <a:spLocks noGrp="1"/>
          </p:cNvSpPr>
          <p:nvPr>
            <p:ph type="sldNum" sz="quarter" idx="12"/>
          </p:nvPr>
        </p:nvSpPr>
        <p:spPr/>
        <p:txBody>
          <a:bodyPr/>
          <a:lstStyle/>
          <a:p>
            <a:fld id="{48F63A3B-78C7-47BE-AE5E-E10140E04643}" type="slidenum">
              <a:rPr lang="en-US" smtClean="0"/>
              <a:pPr/>
              <a:t>9</a:t>
            </a:fld>
            <a:endParaRPr lang="en-US" dirty="0"/>
          </a:p>
        </p:txBody>
      </p:sp>
      <p:pic>
        <p:nvPicPr>
          <p:cNvPr id="6" name="Picture 5">
            <a:extLst>
              <a:ext uri="{FF2B5EF4-FFF2-40B4-BE49-F238E27FC236}">
                <a16:creationId xmlns:a16="http://schemas.microsoft.com/office/drawing/2014/main" id="{2F20B556-B302-D19A-95CC-F92624A4E0DA}"/>
              </a:ext>
            </a:extLst>
          </p:cNvPr>
          <p:cNvPicPr>
            <a:picLocks noChangeAspect="1"/>
          </p:cNvPicPr>
          <p:nvPr/>
        </p:nvPicPr>
        <p:blipFill>
          <a:blip r:embed="rId2"/>
          <a:stretch>
            <a:fillRect/>
          </a:stretch>
        </p:blipFill>
        <p:spPr>
          <a:xfrm>
            <a:off x="238021" y="1727200"/>
            <a:ext cx="5857979" cy="4020457"/>
          </a:xfrm>
          <a:prstGeom prst="rect">
            <a:avLst/>
          </a:prstGeom>
        </p:spPr>
      </p:pic>
      <p:pic>
        <p:nvPicPr>
          <p:cNvPr id="8" name="Picture 7">
            <a:extLst>
              <a:ext uri="{FF2B5EF4-FFF2-40B4-BE49-F238E27FC236}">
                <a16:creationId xmlns:a16="http://schemas.microsoft.com/office/drawing/2014/main" id="{0770022F-5EEB-B706-F430-A79672014E20}"/>
              </a:ext>
            </a:extLst>
          </p:cNvPr>
          <p:cNvPicPr>
            <a:picLocks noChangeAspect="1"/>
          </p:cNvPicPr>
          <p:nvPr/>
        </p:nvPicPr>
        <p:blipFill>
          <a:blip r:embed="rId3"/>
          <a:stretch>
            <a:fillRect/>
          </a:stretch>
        </p:blipFill>
        <p:spPr>
          <a:xfrm>
            <a:off x="6139141" y="1727200"/>
            <a:ext cx="5814838" cy="3890811"/>
          </a:xfrm>
          <a:prstGeom prst="rect">
            <a:avLst/>
          </a:prstGeom>
        </p:spPr>
      </p:pic>
      <p:sp>
        <p:nvSpPr>
          <p:cNvPr id="10" name="TextBox 9">
            <a:extLst>
              <a:ext uri="{FF2B5EF4-FFF2-40B4-BE49-F238E27FC236}">
                <a16:creationId xmlns:a16="http://schemas.microsoft.com/office/drawing/2014/main" id="{F03A4D87-E38A-15A7-1B75-131924AFF993}"/>
              </a:ext>
            </a:extLst>
          </p:cNvPr>
          <p:cNvSpPr txBox="1"/>
          <p:nvPr/>
        </p:nvSpPr>
        <p:spPr>
          <a:xfrm>
            <a:off x="6523109" y="6175829"/>
            <a:ext cx="4594833" cy="369332"/>
          </a:xfrm>
          <a:prstGeom prst="rect">
            <a:avLst/>
          </a:prstGeom>
          <a:noFill/>
        </p:spPr>
        <p:txBody>
          <a:bodyPr wrap="square" rtlCol="0">
            <a:spAutoFit/>
          </a:bodyPr>
          <a:lstStyle/>
          <a:p>
            <a:pPr algn="ctr"/>
            <a:r>
              <a:rPr lang="en-US" dirty="0">
                <a:solidFill>
                  <a:schemeClr val="accent6"/>
                </a:solidFill>
              </a:rPr>
              <a:t>SIP Market Trends Dashboard</a:t>
            </a:r>
          </a:p>
        </p:txBody>
      </p:sp>
      <p:sp>
        <p:nvSpPr>
          <p:cNvPr id="12" name="TextBox 11">
            <a:extLst>
              <a:ext uri="{FF2B5EF4-FFF2-40B4-BE49-F238E27FC236}">
                <a16:creationId xmlns:a16="http://schemas.microsoft.com/office/drawing/2014/main" id="{ECA380AF-61B3-3050-3728-31F35FA527EA}"/>
              </a:ext>
            </a:extLst>
          </p:cNvPr>
          <p:cNvSpPr txBox="1"/>
          <p:nvPr/>
        </p:nvSpPr>
        <p:spPr>
          <a:xfrm>
            <a:off x="913338" y="6175829"/>
            <a:ext cx="4594833" cy="369332"/>
          </a:xfrm>
          <a:prstGeom prst="rect">
            <a:avLst/>
          </a:prstGeom>
          <a:noFill/>
        </p:spPr>
        <p:txBody>
          <a:bodyPr wrap="square" rtlCol="0">
            <a:spAutoFit/>
          </a:bodyPr>
          <a:lstStyle/>
          <a:p>
            <a:pPr algn="ctr"/>
            <a:r>
              <a:rPr lang="en-US" dirty="0">
                <a:solidFill>
                  <a:schemeClr val="accent6"/>
                </a:solidFill>
              </a:rPr>
              <a:t>Industry Overview Dashboard</a:t>
            </a:r>
          </a:p>
        </p:txBody>
      </p:sp>
    </p:spTree>
    <p:extLst>
      <p:ext uri="{BB962C8B-B14F-4D97-AF65-F5344CB8AC3E}">
        <p14:creationId xmlns:p14="http://schemas.microsoft.com/office/powerpoint/2010/main" val="2141054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6CA470-847D-DB12-811C-13D455E42A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F9520B-AE7F-D9EC-19D7-F60B3DDAE8B3}"/>
              </a:ext>
            </a:extLst>
          </p:cNvPr>
          <p:cNvSpPr>
            <a:spLocks noGrp="1"/>
          </p:cNvSpPr>
          <p:nvPr>
            <p:ph type="title"/>
          </p:nvPr>
        </p:nvSpPr>
        <p:spPr>
          <a:xfrm>
            <a:off x="760938" y="755372"/>
            <a:ext cx="6467176" cy="594457"/>
          </a:xfrm>
        </p:spPr>
        <p:txBody>
          <a:bodyPr/>
          <a:lstStyle/>
          <a:p>
            <a:r>
              <a:rPr lang="en-US" dirty="0"/>
              <a:t>Power BI Dashboard</a:t>
            </a:r>
          </a:p>
        </p:txBody>
      </p:sp>
      <p:sp>
        <p:nvSpPr>
          <p:cNvPr id="3" name="Slide Number Placeholder 2">
            <a:extLst>
              <a:ext uri="{FF2B5EF4-FFF2-40B4-BE49-F238E27FC236}">
                <a16:creationId xmlns:a16="http://schemas.microsoft.com/office/drawing/2014/main" id="{21AC130B-C1DA-FFD7-7B11-DCA8E998B223}"/>
              </a:ext>
            </a:extLst>
          </p:cNvPr>
          <p:cNvSpPr>
            <a:spLocks noGrp="1"/>
          </p:cNvSpPr>
          <p:nvPr>
            <p:ph type="sldNum" sz="quarter" idx="12"/>
          </p:nvPr>
        </p:nvSpPr>
        <p:spPr/>
        <p:txBody>
          <a:bodyPr/>
          <a:lstStyle/>
          <a:p>
            <a:fld id="{48F63A3B-78C7-47BE-AE5E-E10140E04643}" type="slidenum">
              <a:rPr lang="en-US" smtClean="0"/>
              <a:pPr/>
              <a:t>10</a:t>
            </a:fld>
            <a:endParaRPr lang="en-US" dirty="0"/>
          </a:p>
        </p:txBody>
      </p:sp>
      <p:pic>
        <p:nvPicPr>
          <p:cNvPr id="5" name="Picture 4">
            <a:extLst>
              <a:ext uri="{FF2B5EF4-FFF2-40B4-BE49-F238E27FC236}">
                <a16:creationId xmlns:a16="http://schemas.microsoft.com/office/drawing/2014/main" id="{6CB5EEED-E1BA-0EFF-080D-27E8B8FAE223}"/>
              </a:ext>
            </a:extLst>
          </p:cNvPr>
          <p:cNvPicPr>
            <a:picLocks noChangeAspect="1"/>
          </p:cNvPicPr>
          <p:nvPr/>
        </p:nvPicPr>
        <p:blipFill>
          <a:blip r:embed="rId2"/>
          <a:stretch>
            <a:fillRect/>
          </a:stretch>
        </p:blipFill>
        <p:spPr>
          <a:xfrm>
            <a:off x="2852285" y="1806253"/>
            <a:ext cx="6487430" cy="4296375"/>
          </a:xfrm>
          <a:prstGeom prst="rect">
            <a:avLst/>
          </a:prstGeom>
        </p:spPr>
      </p:pic>
      <p:sp>
        <p:nvSpPr>
          <p:cNvPr id="9" name="TextBox 8">
            <a:extLst>
              <a:ext uri="{FF2B5EF4-FFF2-40B4-BE49-F238E27FC236}">
                <a16:creationId xmlns:a16="http://schemas.microsoft.com/office/drawing/2014/main" id="{FE1D57AF-2EC5-AA72-0EBE-4444EBA8270B}"/>
              </a:ext>
            </a:extLst>
          </p:cNvPr>
          <p:cNvSpPr txBox="1"/>
          <p:nvPr/>
        </p:nvSpPr>
        <p:spPr>
          <a:xfrm>
            <a:off x="3798583" y="6208095"/>
            <a:ext cx="4594833" cy="369332"/>
          </a:xfrm>
          <a:prstGeom prst="rect">
            <a:avLst/>
          </a:prstGeom>
          <a:noFill/>
        </p:spPr>
        <p:txBody>
          <a:bodyPr wrap="square" rtlCol="0">
            <a:spAutoFit/>
          </a:bodyPr>
          <a:lstStyle/>
          <a:p>
            <a:pPr algn="ctr"/>
            <a:r>
              <a:rPr lang="en-US" dirty="0">
                <a:solidFill>
                  <a:schemeClr val="accent6"/>
                </a:solidFill>
              </a:rPr>
              <a:t>NAV Detail Dashboard</a:t>
            </a:r>
          </a:p>
        </p:txBody>
      </p:sp>
    </p:spTree>
    <p:extLst>
      <p:ext uri="{BB962C8B-B14F-4D97-AF65-F5344CB8AC3E}">
        <p14:creationId xmlns:p14="http://schemas.microsoft.com/office/powerpoint/2010/main" val="1025257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136FCF6-982C-CC37-9625-3EBFC7E7DD13}"/>
              </a:ext>
            </a:extLst>
          </p:cNvPr>
          <p:cNvSpPr>
            <a:spLocks noGrp="1"/>
          </p:cNvSpPr>
          <p:nvPr>
            <p:ph type="title"/>
          </p:nvPr>
        </p:nvSpPr>
        <p:spPr>
          <a:xfrm>
            <a:off x="1550563" y="1089213"/>
            <a:ext cx="9879437" cy="980844"/>
          </a:xfrm>
        </p:spPr>
        <p:txBody>
          <a:bodyPr/>
          <a:lstStyle/>
          <a:p>
            <a:r>
              <a:rPr lang="en-US" dirty="0"/>
              <a:t>Key Analytics Performed</a:t>
            </a:r>
          </a:p>
        </p:txBody>
      </p:sp>
      <p:graphicFrame>
        <p:nvGraphicFramePr>
          <p:cNvPr id="6" name="Content Placeholder 5">
            <a:extLst>
              <a:ext uri="{FF2B5EF4-FFF2-40B4-BE49-F238E27FC236}">
                <a16:creationId xmlns:a16="http://schemas.microsoft.com/office/drawing/2014/main" id="{4DB3991E-0605-C20E-53AD-D64E13638DA5}"/>
              </a:ext>
            </a:extLst>
          </p:cNvPr>
          <p:cNvGraphicFramePr>
            <a:graphicFrameLocks noGrp="1"/>
          </p:cNvGraphicFramePr>
          <p:nvPr>
            <p:ph sz="half" idx="1"/>
            <p:extLst>
              <p:ext uri="{D42A27DB-BD31-4B8C-83A1-F6EECF244321}">
                <p14:modId xmlns:p14="http://schemas.microsoft.com/office/powerpoint/2010/main" val="84759117"/>
              </p:ext>
            </p:extLst>
          </p:nvPr>
        </p:nvGraphicFramePr>
        <p:xfrm>
          <a:off x="3027554" y="2332038"/>
          <a:ext cx="5902532" cy="3879279"/>
        </p:xfrm>
        <a:graphic>
          <a:graphicData uri="http://schemas.openxmlformats.org/drawingml/2006/table">
            <a:tbl>
              <a:tblPr firstRow="1" bandRow="1">
                <a:tableStyleId>{3B4B98B0-60AC-42C2-AFA5-B58CD77FA1E5}</a:tableStyleId>
              </a:tblPr>
              <a:tblGrid>
                <a:gridCol w="3036341">
                  <a:extLst>
                    <a:ext uri="{9D8B030D-6E8A-4147-A177-3AD203B41FA5}">
                      <a16:colId xmlns:a16="http://schemas.microsoft.com/office/drawing/2014/main" val="180956085"/>
                    </a:ext>
                  </a:extLst>
                </a:gridCol>
                <a:gridCol w="2649192">
                  <a:extLst>
                    <a:ext uri="{9D8B030D-6E8A-4147-A177-3AD203B41FA5}">
                      <a16:colId xmlns:a16="http://schemas.microsoft.com/office/drawing/2014/main" val="1180706872"/>
                    </a:ext>
                  </a:extLst>
                </a:gridCol>
                <a:gridCol w="216999">
                  <a:extLst>
                    <a:ext uri="{9D8B030D-6E8A-4147-A177-3AD203B41FA5}">
                      <a16:colId xmlns:a16="http://schemas.microsoft.com/office/drawing/2014/main" val="1872764148"/>
                    </a:ext>
                  </a:extLst>
                </a:gridCol>
              </a:tblGrid>
              <a:tr h="606129">
                <a:tc>
                  <a:txBody>
                    <a:bodyPr/>
                    <a:lstStyle/>
                    <a:p>
                      <a:pPr algn="ctr"/>
                      <a:r>
                        <a:rPr lang="en-US" sz="2000" dirty="0">
                          <a:solidFill>
                            <a:schemeClr val="accent6"/>
                          </a:solidFill>
                        </a:rPr>
                        <a:t>Risk Metrics</a:t>
                      </a:r>
                    </a:p>
                  </a:txBody>
                  <a:tcPr anchor="ctr"/>
                </a:tc>
                <a:tc>
                  <a:txBody>
                    <a:bodyPr/>
                    <a:lstStyle/>
                    <a:p>
                      <a:pPr algn="ctr"/>
                      <a:r>
                        <a:rPr lang="en-US" sz="2000" dirty="0">
                          <a:solidFill>
                            <a:schemeClr val="accent6"/>
                          </a:solidFill>
                        </a:rPr>
                        <a:t>Performance Metrics</a:t>
                      </a:r>
                    </a:p>
                  </a:txBody>
                  <a:tcPr anchor="ctr"/>
                </a:tc>
                <a:tc>
                  <a:txBody>
                    <a:bodyPr/>
                    <a:lstStyle/>
                    <a:p>
                      <a:pPr algn="ctr"/>
                      <a:endParaRPr lang="en-US" dirty="0">
                        <a:solidFill>
                          <a:schemeClr val="accent6"/>
                        </a:solidFill>
                      </a:endParaRPr>
                    </a:p>
                  </a:txBody>
                  <a:tcPr anchor="ctr"/>
                </a:tc>
                <a:extLst>
                  <a:ext uri="{0D108BD9-81ED-4DB2-BD59-A6C34878D82A}">
                    <a16:rowId xmlns:a16="http://schemas.microsoft.com/office/drawing/2014/main" val="3059142786"/>
                  </a:ext>
                </a:extLst>
              </a:tr>
              <a:tr h="606129">
                <a:tc>
                  <a:txBody>
                    <a:bodyPr/>
                    <a:lstStyle/>
                    <a:p>
                      <a:pPr algn="ctr"/>
                      <a:r>
                        <a:rPr lang="en-US" dirty="0">
                          <a:solidFill>
                            <a:schemeClr val="accent6"/>
                          </a:solidFill>
                        </a:rPr>
                        <a:t>CAGR</a:t>
                      </a:r>
                    </a:p>
                  </a:txBody>
                  <a:tcPr anchor="ctr"/>
                </a:tc>
                <a:tc>
                  <a:txBody>
                    <a:bodyPr/>
                    <a:lstStyle/>
                    <a:p>
                      <a:pPr algn="ctr"/>
                      <a:r>
                        <a:rPr lang="en-US" dirty="0">
                          <a:solidFill>
                            <a:schemeClr val="accent6"/>
                          </a:solidFill>
                        </a:rPr>
                        <a:t>Alpha</a:t>
                      </a:r>
                    </a:p>
                  </a:txBody>
                  <a:tcPr anchor="ctr"/>
                </a:tc>
                <a:tc>
                  <a:txBody>
                    <a:bodyPr/>
                    <a:lstStyle/>
                    <a:p>
                      <a:pPr algn="ctr"/>
                      <a:endParaRPr lang="en-US" dirty="0">
                        <a:solidFill>
                          <a:schemeClr val="accent6"/>
                        </a:solidFill>
                      </a:endParaRPr>
                    </a:p>
                  </a:txBody>
                  <a:tcPr anchor="ctr"/>
                </a:tc>
                <a:extLst>
                  <a:ext uri="{0D108BD9-81ED-4DB2-BD59-A6C34878D82A}">
                    <a16:rowId xmlns:a16="http://schemas.microsoft.com/office/drawing/2014/main" val="3588576737"/>
                  </a:ext>
                </a:extLst>
              </a:tr>
              <a:tr h="643498">
                <a:tc>
                  <a:txBody>
                    <a:bodyPr/>
                    <a:lstStyle/>
                    <a:p>
                      <a:pPr algn="ctr"/>
                      <a:r>
                        <a:rPr lang="en-US" dirty="0">
                          <a:solidFill>
                            <a:schemeClr val="accent6"/>
                          </a:solidFill>
                        </a:rPr>
                        <a:t>Standard Deviation</a:t>
                      </a:r>
                    </a:p>
                  </a:txBody>
                  <a:tcPr anchor="ctr"/>
                </a:tc>
                <a:tc>
                  <a:txBody>
                    <a:bodyPr/>
                    <a:lstStyle/>
                    <a:p>
                      <a:pPr algn="ctr"/>
                      <a:r>
                        <a:rPr lang="en-US" dirty="0">
                          <a:solidFill>
                            <a:schemeClr val="accent6"/>
                          </a:solidFill>
                        </a:rPr>
                        <a:t>Beta</a:t>
                      </a:r>
                    </a:p>
                  </a:txBody>
                  <a:tcPr anchor="ctr"/>
                </a:tc>
                <a:tc>
                  <a:txBody>
                    <a:bodyPr/>
                    <a:lstStyle/>
                    <a:p>
                      <a:pPr algn="ctr"/>
                      <a:endParaRPr lang="en-US" dirty="0">
                        <a:solidFill>
                          <a:schemeClr val="accent6"/>
                        </a:solidFill>
                      </a:endParaRPr>
                    </a:p>
                  </a:txBody>
                  <a:tcPr anchor="ctr"/>
                </a:tc>
                <a:extLst>
                  <a:ext uri="{0D108BD9-81ED-4DB2-BD59-A6C34878D82A}">
                    <a16:rowId xmlns:a16="http://schemas.microsoft.com/office/drawing/2014/main" val="1626410507"/>
                  </a:ext>
                </a:extLst>
              </a:tr>
              <a:tr h="606129">
                <a:tc>
                  <a:txBody>
                    <a:bodyPr/>
                    <a:lstStyle/>
                    <a:p>
                      <a:pPr algn="ctr"/>
                      <a:r>
                        <a:rPr lang="en-US" dirty="0">
                          <a:solidFill>
                            <a:schemeClr val="accent6"/>
                          </a:solidFill>
                        </a:rPr>
                        <a:t>Sharpe Ratio</a:t>
                      </a:r>
                    </a:p>
                  </a:txBody>
                  <a:tcPr anchor="ctr"/>
                </a:tc>
                <a:tc>
                  <a:txBody>
                    <a:bodyPr/>
                    <a:lstStyle/>
                    <a:p>
                      <a:pPr algn="ctr"/>
                      <a:r>
                        <a:rPr lang="en-US" dirty="0">
                          <a:solidFill>
                            <a:schemeClr val="accent6"/>
                          </a:solidFill>
                        </a:rPr>
                        <a:t>Tracking Error</a:t>
                      </a:r>
                    </a:p>
                  </a:txBody>
                  <a:tcPr anchor="ctr"/>
                </a:tc>
                <a:tc>
                  <a:txBody>
                    <a:bodyPr/>
                    <a:lstStyle/>
                    <a:p>
                      <a:pPr algn="ctr"/>
                      <a:endParaRPr lang="en-US" dirty="0">
                        <a:solidFill>
                          <a:schemeClr val="accent6"/>
                        </a:solidFill>
                      </a:endParaRPr>
                    </a:p>
                  </a:txBody>
                  <a:tcPr anchor="ctr"/>
                </a:tc>
                <a:extLst>
                  <a:ext uri="{0D108BD9-81ED-4DB2-BD59-A6C34878D82A}">
                    <a16:rowId xmlns:a16="http://schemas.microsoft.com/office/drawing/2014/main" val="1888116840"/>
                  </a:ext>
                </a:extLst>
              </a:tr>
              <a:tr h="606129">
                <a:tc>
                  <a:txBody>
                    <a:bodyPr/>
                    <a:lstStyle/>
                    <a:p>
                      <a:pPr algn="ctr"/>
                      <a:r>
                        <a:rPr lang="en-US" dirty="0">
                          <a:solidFill>
                            <a:schemeClr val="accent6"/>
                          </a:solidFill>
                        </a:rPr>
                        <a:t>Sortino Ratio</a:t>
                      </a:r>
                    </a:p>
                  </a:txBody>
                  <a:tcPr anchor="ctr"/>
                </a:tc>
                <a:tc>
                  <a:txBody>
                    <a:bodyPr/>
                    <a:lstStyle/>
                    <a:p>
                      <a:pPr algn="ctr"/>
                      <a:r>
                        <a:rPr lang="en-US" dirty="0">
                          <a:solidFill>
                            <a:schemeClr val="accent6"/>
                          </a:solidFill>
                        </a:rPr>
                        <a:t>Fund Scorecard</a:t>
                      </a:r>
                    </a:p>
                  </a:txBody>
                  <a:tcPr anchor="ctr"/>
                </a:tc>
                <a:tc>
                  <a:txBody>
                    <a:bodyPr/>
                    <a:lstStyle/>
                    <a:p>
                      <a:pPr algn="ctr"/>
                      <a:endParaRPr lang="en-US" dirty="0">
                        <a:solidFill>
                          <a:schemeClr val="accent6"/>
                        </a:solidFill>
                      </a:endParaRPr>
                    </a:p>
                  </a:txBody>
                  <a:tcPr anchor="ctr"/>
                </a:tc>
                <a:extLst>
                  <a:ext uri="{0D108BD9-81ED-4DB2-BD59-A6C34878D82A}">
                    <a16:rowId xmlns:a16="http://schemas.microsoft.com/office/drawing/2014/main" val="4023592559"/>
                  </a:ext>
                </a:extLst>
              </a:tr>
              <a:tr h="811265">
                <a:tc>
                  <a:txBody>
                    <a:bodyPr/>
                    <a:lstStyle/>
                    <a:p>
                      <a:pPr algn="ctr"/>
                      <a:r>
                        <a:rPr lang="en-US" dirty="0">
                          <a:solidFill>
                            <a:schemeClr val="accent6"/>
                          </a:solidFill>
                        </a:rPr>
                        <a:t>Maximum Drawdown</a:t>
                      </a:r>
                    </a:p>
                  </a:txBody>
                  <a:tcPr anchor="ctr"/>
                </a:tc>
                <a:tc>
                  <a:txBody>
                    <a:bodyPr/>
                    <a:lstStyle/>
                    <a:p>
                      <a:pPr algn="ctr"/>
                      <a:r>
                        <a:rPr lang="en-US" dirty="0">
                          <a:solidFill>
                            <a:schemeClr val="accent6"/>
                          </a:solidFill>
                        </a:rPr>
                        <a:t>Benchmark Comparison</a:t>
                      </a:r>
                    </a:p>
                  </a:txBody>
                  <a:tcPr anchor="ctr"/>
                </a:tc>
                <a:tc>
                  <a:txBody>
                    <a:bodyPr/>
                    <a:lstStyle/>
                    <a:p>
                      <a:pPr algn="ctr"/>
                      <a:endParaRPr lang="en-US" dirty="0">
                        <a:solidFill>
                          <a:schemeClr val="accent6"/>
                        </a:solidFill>
                      </a:endParaRPr>
                    </a:p>
                  </a:txBody>
                  <a:tcPr anchor="ctr"/>
                </a:tc>
                <a:extLst>
                  <a:ext uri="{0D108BD9-81ED-4DB2-BD59-A6C34878D82A}">
                    <a16:rowId xmlns:a16="http://schemas.microsoft.com/office/drawing/2014/main" val="2426564953"/>
                  </a:ext>
                </a:extLst>
              </a:tr>
            </a:tbl>
          </a:graphicData>
        </a:graphic>
      </p:graphicFrame>
      <p:sp>
        <p:nvSpPr>
          <p:cNvPr id="2" name="Slide Number Placeholder 1">
            <a:extLst>
              <a:ext uri="{FF2B5EF4-FFF2-40B4-BE49-F238E27FC236}">
                <a16:creationId xmlns:a16="http://schemas.microsoft.com/office/drawing/2014/main" id="{A913EEC9-16E3-6C86-97D0-A7EC7EA09CDA}"/>
              </a:ext>
            </a:extLst>
          </p:cNvPr>
          <p:cNvSpPr>
            <a:spLocks noGrp="1"/>
          </p:cNvSpPr>
          <p:nvPr>
            <p:ph type="sldNum" sz="quarter" idx="10"/>
          </p:nvPr>
        </p:nvSpPr>
        <p:spPr>
          <a:xfrm>
            <a:off x="10358437" y="457199"/>
            <a:ext cx="1067589" cy="471489"/>
          </a:xfrm>
        </p:spPr>
        <p:txBody>
          <a:bodyPr/>
          <a:lstStyle/>
          <a:p>
            <a:r>
              <a:rPr lang="en-US" dirty="0"/>
              <a:t>11</a:t>
            </a:r>
          </a:p>
        </p:txBody>
      </p:sp>
    </p:spTree>
    <p:extLst>
      <p:ext uri="{BB962C8B-B14F-4D97-AF65-F5344CB8AC3E}">
        <p14:creationId xmlns:p14="http://schemas.microsoft.com/office/powerpoint/2010/main" val="39699961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8D62608-F5E4-7EC0-5EF0-4F988DDDEC5B}"/>
              </a:ext>
            </a:extLst>
          </p:cNvPr>
          <p:cNvSpPr>
            <a:spLocks noGrp="1"/>
          </p:cNvSpPr>
          <p:nvPr>
            <p:ph type="title"/>
          </p:nvPr>
        </p:nvSpPr>
        <p:spPr>
          <a:xfrm>
            <a:off x="1550564" y="1057274"/>
            <a:ext cx="9875463" cy="999746"/>
          </a:xfrm>
        </p:spPr>
        <p:txBody>
          <a:bodyPr/>
          <a:lstStyle/>
          <a:p>
            <a:r>
              <a:rPr lang="en-US" dirty="0"/>
              <a:t>Conclusion</a:t>
            </a:r>
          </a:p>
        </p:txBody>
      </p:sp>
      <p:sp>
        <p:nvSpPr>
          <p:cNvPr id="12" name="Content Placeholder 3">
            <a:extLst>
              <a:ext uri="{FF2B5EF4-FFF2-40B4-BE49-F238E27FC236}">
                <a16:creationId xmlns:a16="http://schemas.microsoft.com/office/drawing/2014/main" id="{288BD9B8-D6A6-D55A-830D-4D3CC2DC3933}"/>
              </a:ext>
            </a:extLst>
          </p:cNvPr>
          <p:cNvSpPr>
            <a:spLocks noGrp="1"/>
          </p:cNvSpPr>
          <p:nvPr>
            <p:ph sz="half" idx="2"/>
          </p:nvPr>
        </p:nvSpPr>
        <p:spPr>
          <a:xfrm>
            <a:off x="1550565" y="2303028"/>
            <a:ext cx="5256636" cy="3961593"/>
          </a:xfrm>
        </p:spPr>
        <p:txBody>
          <a:bodyPr>
            <a:normAutofit/>
          </a:bodyPr>
          <a:lstStyle/>
          <a:p>
            <a:pPr marL="0" indent="0">
              <a:buNone/>
            </a:pPr>
            <a:r>
              <a:rPr lang="en-US" sz="2000" b="1" dirty="0"/>
              <a:t>Achievements:</a:t>
            </a:r>
          </a:p>
          <a:p>
            <a:r>
              <a:rPr lang="en-US" dirty="0"/>
              <a:t>Built reusable ETL Pipeline </a:t>
            </a:r>
          </a:p>
          <a:p>
            <a:r>
              <a:rPr lang="en-US" dirty="0"/>
              <a:t>Developed SQLite Data Warehouse </a:t>
            </a:r>
          </a:p>
          <a:p>
            <a:r>
              <a:rPr lang="en-US" dirty="0"/>
              <a:t>Performed Advanced Mutual Fund Analytics </a:t>
            </a:r>
          </a:p>
          <a:p>
            <a:r>
              <a:rPr lang="en-US" dirty="0"/>
              <a:t>Designed Interactive Dashboard </a:t>
            </a:r>
          </a:p>
          <a:p>
            <a:r>
              <a:rPr lang="en-US" dirty="0"/>
              <a:t>Generated actionable investment insights</a:t>
            </a:r>
            <a:endParaRPr lang="en-US" b="1" dirty="0"/>
          </a:p>
        </p:txBody>
      </p:sp>
      <p:sp>
        <p:nvSpPr>
          <p:cNvPr id="13" name="Content Placeholder 7">
            <a:extLst>
              <a:ext uri="{FF2B5EF4-FFF2-40B4-BE49-F238E27FC236}">
                <a16:creationId xmlns:a16="http://schemas.microsoft.com/office/drawing/2014/main" id="{0853098E-C088-D323-4BF2-987893F262F6}"/>
              </a:ext>
            </a:extLst>
          </p:cNvPr>
          <p:cNvSpPr>
            <a:spLocks noGrp="1"/>
          </p:cNvSpPr>
          <p:nvPr>
            <p:ph sz="half" idx="15"/>
          </p:nvPr>
        </p:nvSpPr>
        <p:spPr>
          <a:xfrm>
            <a:off x="7940842" y="2303028"/>
            <a:ext cx="3485184" cy="3961593"/>
          </a:xfrm>
        </p:spPr>
        <p:txBody>
          <a:bodyPr>
            <a:normAutofit/>
          </a:bodyPr>
          <a:lstStyle/>
          <a:p>
            <a:pPr marL="0" indent="0">
              <a:buNone/>
            </a:pPr>
            <a:r>
              <a:rPr lang="en-US" sz="2000" b="1" dirty="0"/>
              <a:t>Future Scope</a:t>
            </a:r>
          </a:p>
          <a:p>
            <a:r>
              <a:rPr lang="en-US" dirty="0"/>
              <a:t>Live NAV Updates </a:t>
            </a:r>
          </a:p>
          <a:p>
            <a:r>
              <a:rPr lang="en-US" dirty="0"/>
              <a:t>ML-based Fund Recommendation </a:t>
            </a:r>
          </a:p>
          <a:p>
            <a:r>
              <a:rPr lang="en-US" dirty="0"/>
              <a:t>Portfolio Optimization </a:t>
            </a:r>
          </a:p>
          <a:p>
            <a:r>
              <a:rPr lang="en-US" dirty="0"/>
              <a:t>Real-time Dashboard</a:t>
            </a:r>
            <a:endParaRPr lang="en-US" b="1" dirty="0"/>
          </a:p>
        </p:txBody>
      </p:sp>
      <p:sp>
        <p:nvSpPr>
          <p:cNvPr id="2" name="Slide Number Placeholder 1">
            <a:extLst>
              <a:ext uri="{FF2B5EF4-FFF2-40B4-BE49-F238E27FC236}">
                <a16:creationId xmlns:a16="http://schemas.microsoft.com/office/drawing/2014/main" id="{1DCFAD14-1AAA-8CDA-A49B-523FD6C66F35}"/>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12</a:t>
            </a:fld>
            <a:endParaRPr lang="en-US" dirty="0"/>
          </a:p>
        </p:txBody>
      </p:sp>
    </p:spTree>
    <p:extLst>
      <p:ext uri="{BB962C8B-B14F-4D97-AF65-F5344CB8AC3E}">
        <p14:creationId xmlns:p14="http://schemas.microsoft.com/office/powerpoint/2010/main" val="24980216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D22C5-0C9E-B582-A8FE-B45E70A01E7F}"/>
              </a:ext>
            </a:extLst>
          </p:cNvPr>
          <p:cNvSpPr>
            <a:spLocks noGrp="1"/>
          </p:cNvSpPr>
          <p:nvPr>
            <p:ph type="ctrTitle"/>
          </p:nvPr>
        </p:nvSpPr>
        <p:spPr>
          <a:xfrm>
            <a:off x="914401" y="849782"/>
            <a:ext cx="5715000" cy="2727709"/>
          </a:xfrm>
        </p:spPr>
        <p:txBody>
          <a:bodyPr/>
          <a:lstStyle/>
          <a:p>
            <a:r>
              <a:rPr lang="en-US" dirty="0"/>
              <a:t>Thank </a:t>
            </a:r>
            <a:br>
              <a:rPr lang="en-US" dirty="0"/>
            </a:br>
            <a:r>
              <a:rPr lang="en-US" dirty="0"/>
              <a:t>you</a:t>
            </a:r>
          </a:p>
        </p:txBody>
      </p:sp>
      <p:sp>
        <p:nvSpPr>
          <p:cNvPr id="3" name="Subtitle 2">
            <a:extLst>
              <a:ext uri="{FF2B5EF4-FFF2-40B4-BE49-F238E27FC236}">
                <a16:creationId xmlns:a16="http://schemas.microsoft.com/office/drawing/2014/main" id="{D8B5CEF2-E667-BBB5-2EA6-C06F93B6DE12}"/>
              </a:ext>
            </a:extLst>
          </p:cNvPr>
          <p:cNvSpPr>
            <a:spLocks noGrp="1"/>
          </p:cNvSpPr>
          <p:nvPr>
            <p:ph type="subTitle" idx="1"/>
          </p:nvPr>
        </p:nvSpPr>
        <p:spPr>
          <a:xfrm>
            <a:off x="914401" y="3813606"/>
            <a:ext cx="5715000" cy="2234642"/>
          </a:xfrm>
        </p:spPr>
        <p:txBody>
          <a:bodyPr/>
          <a:lstStyle/>
          <a:p>
            <a:endParaRPr lang="en-US" dirty="0"/>
          </a:p>
        </p:txBody>
      </p:sp>
    </p:spTree>
    <p:extLst>
      <p:ext uri="{BB962C8B-B14F-4D97-AF65-F5344CB8AC3E}">
        <p14:creationId xmlns:p14="http://schemas.microsoft.com/office/powerpoint/2010/main" val="1973173046"/>
      </p:ext>
    </p:extLst>
  </p:cSld>
  <p:clrMapOvr>
    <a:masterClrMapping/>
  </p:clrMapOvr>
</p:sld>
</file>

<file path=ppt/theme/theme1.xml><?xml version="1.0" encoding="utf-8"?>
<a:theme xmlns:a="http://schemas.openxmlformats.org/drawingml/2006/main" name="Custom">
  <a:themeElements>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fontScheme name="Custom 22">
      <a:majorFont>
        <a:latin typeface="Arial Black"/>
        <a:ea typeface=""/>
        <a:cs typeface=""/>
      </a:majorFont>
      <a:minorFont>
        <a:latin typeface="Sabon Next L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ometric color block_Win32_SL_v14" id="{59749740-91A0-46B8-82A8-B436C7A8A142}" vid="{B3F8D047-377B-4FC8-B21C-47530C6DE3A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A719FA4-954C-4FA8-82CB-206659C3B82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16DBB56F-4362-4386-A1A1-3DF898896616}">
  <ds:schemaRefs>
    <ds:schemaRef ds:uri="http://schemas.microsoft.com/sharepoint/v3/contenttype/forms"/>
  </ds:schemaRefs>
</ds:datastoreItem>
</file>

<file path=customXml/itemProps3.xml><?xml version="1.0" encoding="utf-8"?>
<ds:datastoreItem xmlns:ds="http://schemas.openxmlformats.org/officeDocument/2006/customXml" ds:itemID="{04948363-B267-4BAC-8655-100FBEC280C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{FCA01BB8-E7A6-478A-9AE2-E94878F79600}TF8a9b5915-b8c7-461e-8cdd-693d48b5e32371f7b7e2_win32-4bf0b9a2ea37</Template>
  <TotalTime>198</TotalTime>
  <Words>329</Words>
  <Application>Microsoft Office PowerPoint</Application>
  <PresentationFormat>Widescreen</PresentationFormat>
  <Paragraphs>67</Paragraphs>
  <Slides>13</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Arial Black</vt:lpstr>
      <vt:lpstr>Calibri</vt:lpstr>
      <vt:lpstr>Sabon Next LT</vt:lpstr>
      <vt:lpstr>Custom</vt:lpstr>
      <vt:lpstr>Mutual Fund Analytics Platform  Bluestock Fintech – Data Analyst Internship Project  Presented by: Nuha Pathan  Tools Used: Python | SQLite | SQL | Power BI </vt:lpstr>
      <vt:lpstr>Project Overview</vt:lpstr>
      <vt:lpstr>Workflow</vt:lpstr>
      <vt:lpstr>Technologies</vt:lpstr>
      <vt:lpstr>Exploratory Analysis</vt:lpstr>
      <vt:lpstr>Exploratory Analysis</vt:lpstr>
      <vt:lpstr>Exploratory Analysis</vt:lpstr>
      <vt:lpstr>Power BI Dashboard</vt:lpstr>
      <vt:lpstr>Power BI Dashboard</vt:lpstr>
      <vt:lpstr>Power BI Dashboard</vt:lpstr>
      <vt:lpstr>Key Analytics Performed</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Nuha Khan</dc:creator>
  <cp:lastModifiedBy>Nuha Khan</cp:lastModifiedBy>
  <cp:revision>51</cp:revision>
  <dcterms:created xsi:type="dcterms:W3CDTF">2026-07-10T10:18:34Z</dcterms:created>
  <dcterms:modified xsi:type="dcterms:W3CDTF">2026-07-10T13:36:39Z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